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4.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theme/theme15.xml" ContentType="application/vnd.openxmlformats-officedocument.theme+xml"/>
  <Override PartName="/ppt/slideLayouts/slideLayout9.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3.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presProps.xml" ContentType="application/vnd.openxmlformats-officedocument.presentationml.presProps+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4.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defTabSz="914400">
              <a:lnSpc>
                <a:spcPct val="90000"/>
              </a:lnSpc>
              <a:tabLst>
                <a:tab pos="0" algn="l"/>
              </a:tabLst>
            </a:pPr>
            <a:r>
              <a:rPr lang="en-US" sz="5400" b="1" u="none" strike="noStrike">
                <a:solidFill>
                  <a:schemeClr val="lt1"/>
                </a:solidFill>
                <a:effectLst/>
                <a:uFillTx/>
                <a:latin typeface="Arial"/>
              </a:rPr>
              <a:t>Click to move the slide</a:t>
            </a:r>
            <a:endParaRPr lang="en-US" sz="5400" b="1" u="none" strike="noStrike">
              <a:solidFill>
                <a:schemeClr val="lt1"/>
              </a:solidFill>
              <a:effectLst/>
              <a:uFillTx/>
              <a:latin typeface="Arial"/>
            </a:endParaRPr>
          </a:p>
        </p:txBody>
      </p:sp>
      <p:sp>
        <p:nvSpPr>
          <p:cNvPr id="9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93"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94" name="PlaceHolder 4"/>
          <p:cNvSpPr>
            <a:spLocks noGrp="1"/>
          </p:cNvSpPr>
          <p:nvPr>
            <p:ph type="dt" idx="7"/>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95" name="PlaceHolder 5"/>
          <p:cNvSpPr>
            <a:spLocks noGrp="1"/>
          </p:cNvSpPr>
          <p:nvPr>
            <p:ph type="ftr" idx="8"/>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96" name="PlaceHolder 6"/>
          <p:cNvSpPr>
            <a:spLocks noGrp="1"/>
          </p:cNvSpPr>
          <p:nvPr>
            <p:ph type="sldNum" idx="9"/>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3A1655BF-BCDD-4562-8D0F-42B88083BCB0}"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sldImg"/>
          </p:nvPr>
        </p:nvSpPr>
        <p:spPr>
          <a:xfrm>
            <a:off x="685800" y="1143000"/>
            <a:ext cx="5485680" cy="3085560"/>
          </a:xfrm>
          <a:prstGeom prst="rect">
            <a:avLst/>
          </a:prstGeom>
          <a:ln w="0">
            <a:noFill/>
          </a:ln>
        </p:spPr>
      </p:sp>
      <p:sp>
        <p:nvSpPr>
          <p:cNvPr id="14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AU" sz="2000" b="0" u="none" strike="noStrike">
                <a:solidFill>
                  <a:srgbClr val="000000"/>
                </a:solidFill>
                <a:effectLst/>
                <a:uFillTx/>
                <a:latin typeface="Arial"/>
              </a:rPr>
              <a:t>Use this slide to clearly frame the project before discussing how you worked or what you built. Briefly describe the problem your team aimed to address and explain why it was worth solving. Avoid technical detail here: focus on the motivation and context.</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AU" sz="2000" b="0" u="none" strike="noStrike">
                <a:solidFill>
                  <a:srgbClr val="000000"/>
                </a:solidFill>
                <a:effectLst/>
                <a:uFillTx/>
                <a:latin typeface="Arial"/>
              </a:rPr>
              <a:t>Introduce the intended users of your system and outline their needs, expectations, or challenges as you understood them at the start of the project. This helps the audience understand who the system is for and why certain decisions later in the presentation were made.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AU" sz="2000" b="0" u="none" strike="noStrike">
                <a:solidFill>
                  <a:srgbClr val="000000"/>
                </a:solidFill>
                <a:effectLst/>
                <a:uFillTx/>
                <a:latin typeface="Arial"/>
              </a:rPr>
              <a:t>Your goal is to establish a shared understanding of what success would look like for this project. This context will anchor later discussion of development practices, teamwork, and quality.</a:t>
            </a:r>
            <a:endParaRPr lang="en-US" sz="2000" b="0" u="none" strike="noStrike">
              <a:solidFill>
                <a:srgbClr val="000000"/>
              </a:solidFill>
              <a:effectLst/>
              <a:uFillTx/>
              <a:latin typeface="Arial"/>
            </a:endParaRPr>
          </a:p>
        </p:txBody>
      </p:sp>
      <p:sp>
        <p:nvSpPr>
          <p:cNvPr id="146" name="PlaceHolder 3"/>
          <p:cNvSpPr>
            <a:spLocks noGrp="1"/>
          </p:cNvSpPr>
          <p:nvPr>
            <p:ph type="sldNum" idx="1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AU" sz="1200" b="0" u="none" strike="noStrike">
                <a:solidFill>
                  <a:srgbClr val="000000"/>
                </a:solidFill>
                <a:effectLst/>
                <a:uFillTx/>
                <a:latin typeface="Times New Roman"/>
              </a:defRPr>
            </a:lvl1pPr>
          </a:lstStyle>
          <a:p>
            <a:pPr indent="0" algn="r">
              <a:lnSpc>
                <a:spcPct val="100000"/>
              </a:lnSpc>
              <a:buNone/>
              <a:tabLst>
                <a:tab pos="0" algn="l"/>
              </a:tabLst>
            </a:pPr>
            <a:fld id="{D95A1145-12F8-46F8-A987-B2E4DF9CBA04}" type="slidenum">
              <a:rPr lang="en-AU"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sldImg"/>
          </p:nvPr>
        </p:nvSpPr>
        <p:spPr>
          <a:xfrm>
            <a:off x="685800" y="1143000"/>
            <a:ext cx="5485680" cy="3085560"/>
          </a:xfrm>
          <a:prstGeom prst="rect">
            <a:avLst/>
          </a:prstGeom>
          <a:ln w="0">
            <a:noFill/>
          </a:ln>
        </p:spPr>
      </p:sp>
      <p:sp>
        <p:nvSpPr>
          <p:cNvPr id="14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AU" sz="2000" b="0" u="none" strike="noStrike">
                <a:solidFill>
                  <a:srgbClr val="000000"/>
                </a:solidFill>
                <a:effectLst/>
                <a:uFillTx/>
                <a:latin typeface="Arial"/>
              </a:rPr>
              <a:t>Use this slide to explain how your team functioned over time, not just how tasks were divided. </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AU" sz="2000" b="0" u="none" strike="noStrike">
                <a:solidFill>
                  <a:srgbClr val="000000"/>
                </a:solidFill>
                <a:effectLst/>
                <a:uFillTx/>
                <a:latin typeface="Arial"/>
              </a:rPr>
              <a:t>Discuss how you collaborated, communicated, coordinated work, and supported one another throughout the semester.</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AU" sz="2000" b="0" u="none" strike="noStrike">
                <a:solidFill>
                  <a:srgbClr val="000000"/>
                </a:solidFill>
                <a:effectLst/>
                <a:uFillTx/>
                <a:latin typeface="Arial"/>
              </a:rPr>
              <a:t>Strong presentations describe teamwork as an ongoing system of professional practice, rather than a list of individual responsibilities. You may wish to discuss roles, shared ownership, meetings, routines, or communication practices that shaped how your team worked.</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AU" sz="2000" b="0" u="none" strike="noStrike">
                <a:solidFill>
                  <a:srgbClr val="000000"/>
                </a:solidFill>
                <a:effectLst/>
                <a:uFillTx/>
                <a:latin typeface="Arial"/>
              </a:rPr>
              <a:t>Where relevant, reflect on how your team adapted to challenges or changed its way of working. This helps demonstrate learning and maturity in understanding how effective teams operate in practice.</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p:txBody>
      </p:sp>
      <p:sp>
        <p:nvSpPr>
          <p:cNvPr id="149" name="PlaceHolder 3"/>
          <p:cNvSpPr>
            <a:spLocks noGrp="1"/>
          </p:cNvSpPr>
          <p:nvPr>
            <p:ph type="sldNum" idx="1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AU" sz="1200" b="0" u="none" strike="noStrike">
                <a:solidFill>
                  <a:srgbClr val="000000"/>
                </a:solidFill>
                <a:effectLst/>
                <a:uFillTx/>
                <a:latin typeface="Times New Roman"/>
              </a:defRPr>
            </a:lvl1pPr>
          </a:lstStyle>
          <a:p>
            <a:pPr indent="0" algn="r">
              <a:lnSpc>
                <a:spcPct val="100000"/>
              </a:lnSpc>
              <a:buNone/>
              <a:tabLst>
                <a:tab pos="0" algn="l"/>
              </a:tabLst>
            </a:pPr>
            <a:fld id="{FE7223FF-6ABC-4E45-9BD6-22687E11F40D}" type="slidenum">
              <a:rPr lang="en-AU"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sldImg"/>
          </p:nvPr>
        </p:nvSpPr>
        <p:spPr>
          <a:xfrm>
            <a:off x="685800" y="1143000"/>
            <a:ext cx="5485680" cy="3085560"/>
          </a:xfrm>
          <a:prstGeom prst="rect">
            <a:avLst/>
          </a:prstGeom>
          <a:ln w="0">
            <a:noFill/>
          </a:ln>
        </p:spPr>
      </p:sp>
      <p:sp>
        <p:nvSpPr>
          <p:cNvPr id="15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AU" sz="2000" b="0" u="none" strike="noStrike">
                <a:solidFill>
                  <a:srgbClr val="000000"/>
                </a:solidFill>
                <a:effectLst/>
                <a:uFillTx/>
                <a:latin typeface="Arial"/>
              </a:rPr>
              <a:t>This slide should explain how you approached development and the reasoning behind key choices. </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AU" sz="2000" b="0" u="none" strike="noStrike">
                <a:solidFill>
                  <a:srgbClr val="000000"/>
                </a:solidFill>
                <a:effectLst/>
                <a:uFillTx/>
                <a:latin typeface="Arial"/>
              </a:rPr>
              <a:t>Describe the agile practices, processes, or ways of working you adopted, and explain why these were appropriate for your project and team.</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AU" sz="2000" b="0" u="none" strike="noStrike">
                <a:solidFill>
                  <a:srgbClr val="000000"/>
                </a:solidFill>
                <a:effectLst/>
                <a:uFillTx/>
                <a:latin typeface="Arial"/>
              </a:rPr>
              <a:t>You may also highlight important technical or design decisions and how they aligned with your development approach. </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AU" sz="2000" b="0" u="none" strike="noStrike">
                <a:solidFill>
                  <a:srgbClr val="000000"/>
                </a:solidFill>
                <a:effectLst/>
                <a:uFillTx/>
                <a:latin typeface="Arial"/>
              </a:rPr>
              <a:t>Focus on why these choices made sense in context, rather than listing tools or frameworks.</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AU" sz="2000" b="0" u="none" strike="noStrike">
                <a:solidFill>
                  <a:srgbClr val="000000"/>
                </a:solidFill>
                <a:effectLst/>
                <a:uFillTx/>
                <a:latin typeface="Arial"/>
              </a:rPr>
              <a:t>Stronger presentations show how development practices, technical decisions, and team capabilities influenced one another, rather than treating them as separate concerns.</a:t>
            </a:r>
            <a:endParaRPr lang="en-US" sz="2000" b="0" u="none" strike="noStrike">
              <a:solidFill>
                <a:srgbClr val="000000"/>
              </a:solidFill>
              <a:effectLst/>
              <a:uFillTx/>
              <a:latin typeface="Arial"/>
            </a:endParaRPr>
          </a:p>
        </p:txBody>
      </p:sp>
      <p:sp>
        <p:nvSpPr>
          <p:cNvPr id="152" name="PlaceHolder 3"/>
          <p:cNvSpPr>
            <a:spLocks noGrp="1"/>
          </p:cNvSpPr>
          <p:nvPr>
            <p:ph type="sldNum" idx="1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AU" sz="1200" b="0" u="none" strike="noStrike">
                <a:solidFill>
                  <a:srgbClr val="000000"/>
                </a:solidFill>
                <a:effectLst/>
                <a:uFillTx/>
                <a:latin typeface="Times New Roman"/>
              </a:defRPr>
            </a:lvl1pPr>
          </a:lstStyle>
          <a:p>
            <a:pPr indent="0" algn="r">
              <a:lnSpc>
                <a:spcPct val="100000"/>
              </a:lnSpc>
              <a:buNone/>
              <a:tabLst>
                <a:tab pos="0" algn="l"/>
              </a:tabLst>
            </a:pPr>
            <a:fld id="{0C290695-3428-4256-852E-BE69EDC4D982}" type="slidenum">
              <a:rPr lang="en-AU"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sldImg"/>
          </p:nvPr>
        </p:nvSpPr>
        <p:spPr>
          <a:xfrm>
            <a:off x="685800" y="1143000"/>
            <a:ext cx="5485680" cy="3085560"/>
          </a:xfrm>
          <a:prstGeom prst="rect">
            <a:avLst/>
          </a:prstGeom>
          <a:ln w="0">
            <a:noFill/>
          </a:ln>
        </p:spPr>
      </p:sp>
      <p:sp>
        <p:nvSpPr>
          <p:cNvPr id="15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en-AU" sz="1200" b="0" u="none" strike="noStrike">
                <a:solidFill>
                  <a:schemeClr val="dk1"/>
                </a:solidFill>
                <a:effectLst/>
                <a:uFillTx/>
                <a:latin typeface="+mn-lt"/>
                <a:ea typeface="+mn-ea"/>
              </a:rPr>
              <a:t>Use this slide to discuss what quality meant for your project, taking a broad view. </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a:p>
            <a:pPr indent="0" algn="l" defTabSz="914400">
              <a:lnSpc>
                <a:spcPct val="100000"/>
              </a:lnSpc>
              <a:buNone/>
              <a:tabLst>
                <a:tab pos="0" algn="l"/>
              </a:tabLst>
            </a:pPr>
            <a:r>
              <a:rPr lang="en-AU" sz="1200" b="0" u="none" strike="noStrike">
                <a:solidFill>
                  <a:schemeClr val="dk1"/>
                </a:solidFill>
                <a:effectLst/>
                <a:uFillTx/>
                <a:latin typeface="+mn-lt"/>
                <a:ea typeface="+mn-ea"/>
              </a:rPr>
              <a:t>Quality can be viewed from multiple perspectives. Strong presentations show an understanding that system quality is multifaceted and is shaped by technical decisions, development practices, teamwork, and how users interact with the system. Consider how process, collaboration, design, usability, clarity, documentation, and interaction all contributed to the system as a whole.</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a:p>
            <a:pPr indent="0" algn="l" defTabSz="914400">
              <a:lnSpc>
                <a:spcPct val="100000"/>
              </a:lnSpc>
              <a:buNone/>
              <a:tabLst>
                <a:tab pos="0" algn="l"/>
              </a:tabLst>
            </a:pPr>
            <a:r>
              <a:rPr lang="en-AU" sz="1200" b="0" u="none" strike="noStrike">
                <a:solidFill>
                  <a:schemeClr val="dk1"/>
                </a:solidFill>
                <a:effectLst/>
                <a:uFillTx/>
                <a:latin typeface="+mn-lt"/>
                <a:ea typeface="+mn-ea"/>
              </a:rPr>
              <a:t>Explain how user considerations influenced design and evaluation but also reflect on how development practices and teamwork supported or constrained quality. </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a:p>
            <a:pPr indent="0" algn="l" defTabSz="914400">
              <a:lnSpc>
                <a:spcPct val="100000"/>
              </a:lnSpc>
              <a:buNone/>
              <a:tabLst>
                <a:tab pos="0" algn="l"/>
              </a:tabLst>
            </a:pPr>
            <a:r>
              <a:rPr lang="en-AU" sz="1200" b="0" u="none" strike="noStrike">
                <a:solidFill>
                  <a:schemeClr val="dk1"/>
                </a:solidFill>
                <a:effectLst/>
                <a:uFillTx/>
                <a:latin typeface="+mn-lt"/>
                <a:ea typeface="+mn-ea"/>
              </a:rPr>
              <a:t>This is an opportunity to show integrated thinking about quality across multiple dimensions. More sophisticated presentations demonstrate that quality is sustained throughout the process, not something assessed or added at the end.</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p:txBody>
      </p:sp>
      <p:sp>
        <p:nvSpPr>
          <p:cNvPr id="155" name="PlaceHolder 3"/>
          <p:cNvSpPr>
            <a:spLocks noGrp="1"/>
          </p:cNvSpPr>
          <p:nvPr>
            <p:ph type="sldNum" idx="1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AU" sz="1200" b="0" u="none" strike="noStrike">
                <a:solidFill>
                  <a:srgbClr val="000000"/>
                </a:solidFill>
                <a:effectLst/>
                <a:uFillTx/>
                <a:latin typeface="Times New Roman"/>
              </a:defRPr>
            </a:lvl1pPr>
          </a:lstStyle>
          <a:p>
            <a:pPr indent="0" algn="r">
              <a:lnSpc>
                <a:spcPct val="100000"/>
              </a:lnSpc>
              <a:buNone/>
              <a:tabLst>
                <a:tab pos="0" algn="l"/>
              </a:tabLst>
            </a:pPr>
            <a:fld id="{DFB97945-D20B-4FC7-9180-2DD4A54C2F3C}" type="slidenum">
              <a:rPr lang="en-AU"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sldImg"/>
          </p:nvPr>
        </p:nvSpPr>
        <p:spPr>
          <a:xfrm>
            <a:off x="685800" y="1143000"/>
            <a:ext cx="5485680" cy="3085560"/>
          </a:xfrm>
          <a:prstGeom prst="rect">
            <a:avLst/>
          </a:prstGeom>
          <a:ln w="0">
            <a:noFill/>
          </a:ln>
        </p:spPr>
      </p:sp>
      <p:sp>
        <p:nvSpPr>
          <p:cNvPr id="15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defTabSz="914400">
              <a:lnSpc>
                <a:spcPct val="100000"/>
              </a:lnSpc>
              <a:buNone/>
              <a:tabLst>
                <a:tab pos="0" algn="l"/>
              </a:tabLst>
            </a:pPr>
            <a:r>
              <a:rPr lang="en-AU" sz="1200" b="0" u="none" strike="noStrike">
                <a:solidFill>
                  <a:schemeClr val="dk1"/>
                </a:solidFill>
                <a:effectLst/>
                <a:uFillTx/>
                <a:latin typeface="+mn-lt"/>
                <a:ea typeface="+mn-ea"/>
              </a:rPr>
              <a:t>Conclude your presentation by reflecting on what you learned through the project.  Use this topic to reflect on your experience and demonstrate what you have learned as a developing software professional. </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a:p>
            <a:pPr indent="0" algn="l" defTabSz="914400">
              <a:lnSpc>
                <a:spcPct val="100000"/>
              </a:lnSpc>
              <a:buNone/>
              <a:tabLst>
                <a:tab pos="0" algn="l"/>
              </a:tabLst>
            </a:pPr>
            <a:r>
              <a:rPr lang="en-AU" sz="1200" b="0" u="none" strike="noStrike">
                <a:solidFill>
                  <a:schemeClr val="dk1"/>
                </a:solidFill>
                <a:effectLst/>
                <a:uFillTx/>
                <a:latin typeface="+mn-lt"/>
                <a:ea typeface="+mn-ea"/>
              </a:rPr>
              <a:t>Focus on insights related to teamwork, development practices, quality, or professional ways of working.</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a:p>
            <a:pPr indent="0" algn="l" defTabSz="914400">
              <a:lnSpc>
                <a:spcPct val="100000"/>
              </a:lnSpc>
              <a:buNone/>
              <a:tabLst>
                <a:tab pos="0" algn="l"/>
              </a:tabLst>
            </a:pPr>
            <a:r>
              <a:rPr lang="en-AU" sz="1200" b="0" u="none" strike="noStrike">
                <a:solidFill>
                  <a:schemeClr val="dk1"/>
                </a:solidFill>
                <a:effectLst/>
                <a:uFillTx/>
                <a:latin typeface="+mn-lt"/>
                <a:ea typeface="+mn-ea"/>
              </a:rPr>
              <a:t>You may discuss challenges, setbacks, or successes, and explain how these experiences shaped your understanding of effective software development in a team context. </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a:p>
            <a:pPr indent="0" algn="l" defTabSz="914400">
              <a:lnSpc>
                <a:spcPct val="100000"/>
              </a:lnSpc>
              <a:buNone/>
              <a:tabLst>
                <a:tab pos="0" algn="l"/>
              </a:tabLst>
            </a:pPr>
            <a:r>
              <a:rPr lang="en-AU" sz="1200" b="0" u="none" strike="noStrike">
                <a:solidFill>
                  <a:schemeClr val="dk1"/>
                </a:solidFill>
                <a:effectLst/>
                <a:uFillTx/>
                <a:latin typeface="+mn-lt"/>
                <a:ea typeface="+mn-ea"/>
              </a:rPr>
              <a:t>Avoid simply repeating earlier points, and rather aim to synthesise and reflect.</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a:p>
            <a:pPr indent="0" algn="l" defTabSz="914400">
              <a:lnSpc>
                <a:spcPct val="100000"/>
              </a:lnSpc>
              <a:buNone/>
              <a:tabLst>
                <a:tab pos="0" algn="l"/>
              </a:tabLst>
            </a:pPr>
            <a:r>
              <a:rPr lang="en-AU" sz="1200" b="0" u="none" strike="noStrike">
                <a:solidFill>
                  <a:schemeClr val="dk1"/>
                </a:solidFill>
                <a:effectLst/>
                <a:uFillTx/>
                <a:latin typeface="+mn-lt"/>
                <a:ea typeface="+mn-ea"/>
              </a:rPr>
              <a:t>Stronger reflections show how learning from this project would influence how you would approach future projects or professional practice.</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p:txBody>
      </p:sp>
      <p:sp>
        <p:nvSpPr>
          <p:cNvPr id="158" name="PlaceHolder 3"/>
          <p:cNvSpPr>
            <a:spLocks noGrp="1"/>
          </p:cNvSpPr>
          <p:nvPr>
            <p:ph type="sldNum" idx="1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AU" sz="1200" b="0" u="none" strike="noStrike">
                <a:solidFill>
                  <a:srgbClr val="000000"/>
                </a:solidFill>
                <a:effectLst/>
                <a:uFillTx/>
                <a:latin typeface="Times New Roman"/>
              </a:defRPr>
            </a:lvl1pPr>
          </a:lstStyle>
          <a:p>
            <a:pPr indent="0" algn="r">
              <a:lnSpc>
                <a:spcPct val="100000"/>
              </a:lnSpc>
              <a:buNone/>
              <a:tabLst>
                <a:tab pos="0" algn="l"/>
              </a:tabLst>
            </a:pPr>
            <a:fld id="{9ABD5ABB-A961-4FA3-AA14-C3CF7EB9BFF3}" type="slidenum">
              <a:rPr lang="en-AU"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sldImg"/>
          </p:nvPr>
        </p:nvSpPr>
        <p:spPr>
          <a:xfrm>
            <a:off x="685800" y="1143000"/>
            <a:ext cx="5485680" cy="3085560"/>
          </a:xfrm>
          <a:prstGeom prst="rect">
            <a:avLst/>
          </a:prstGeom>
          <a:ln w="0">
            <a:noFill/>
          </a:ln>
        </p:spPr>
      </p:sp>
      <p:sp>
        <p:nvSpPr>
          <p:cNvPr id="16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AU" sz="2000" b="0" u="none" strike="noStrike">
                <a:solidFill>
                  <a:srgbClr val="000000"/>
                </a:solidFill>
                <a:effectLst/>
                <a:uFillTx/>
                <a:latin typeface="Arial"/>
              </a:rPr>
              <a:t>This slide should remain visible during questions and answers. It should simply and clearly indicate each team member’s primary areas of contribution.</a:t>
            </a:r>
            <a:endParaRPr lang="en-US" sz="2000" b="0" u="none" strike="noStrike">
              <a:solidFill>
                <a:srgbClr val="000000"/>
              </a:solidFill>
              <a:effectLst/>
              <a:uFillTx/>
              <a:latin typeface="Arial"/>
            </a:endParaRPr>
          </a:p>
          <a:p>
            <a:pPr indent="0" algn="l">
              <a:lnSpc>
                <a:spcPct val="100000"/>
              </a:lnSpc>
              <a:buNone/>
              <a:tabLst>
                <a:tab pos="0" algn="l"/>
              </a:tabLst>
            </a:pPr>
            <a:endParaRPr lang="en-US" sz="2000" b="0" u="none" strike="noStrike">
              <a:solidFill>
                <a:srgbClr val="000000"/>
              </a:solidFill>
              <a:effectLst/>
              <a:uFillTx/>
              <a:latin typeface="Arial"/>
            </a:endParaRPr>
          </a:p>
          <a:p>
            <a:pPr indent="0" algn="l">
              <a:lnSpc>
                <a:spcPct val="100000"/>
              </a:lnSpc>
              <a:buNone/>
              <a:tabLst>
                <a:tab pos="0" algn="l"/>
              </a:tabLst>
            </a:pPr>
            <a:r>
              <a:rPr lang="en-AU" sz="2000" b="0" u="none" strike="noStrike">
                <a:solidFill>
                  <a:srgbClr val="000000"/>
                </a:solidFill>
                <a:effectLst/>
                <a:uFillTx/>
                <a:latin typeface="Arial"/>
              </a:rPr>
              <a:t>This slide is not assessed and should be factual and concise. Its purpose is to support discussion and individual questioning, not to justify contributions or performance.</a:t>
            </a:r>
            <a:endParaRPr lang="en-US" sz="2000" b="0" u="none" strike="noStrike">
              <a:solidFill>
                <a:srgbClr val="000000"/>
              </a:solidFill>
              <a:effectLst/>
              <a:uFillTx/>
              <a:latin typeface="Arial"/>
            </a:endParaRPr>
          </a:p>
        </p:txBody>
      </p:sp>
      <p:sp>
        <p:nvSpPr>
          <p:cNvPr id="161" name="PlaceHolder 3"/>
          <p:cNvSpPr>
            <a:spLocks noGrp="1"/>
          </p:cNvSpPr>
          <p:nvPr>
            <p:ph type="sldNum" idx="1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AU" sz="1200" b="0" u="none" strike="noStrike">
                <a:solidFill>
                  <a:srgbClr val="000000"/>
                </a:solidFill>
                <a:effectLst/>
                <a:uFillTx/>
                <a:latin typeface="Times New Roman"/>
              </a:defRPr>
            </a:lvl1pPr>
          </a:lstStyle>
          <a:p>
            <a:pPr indent="0" algn="r">
              <a:lnSpc>
                <a:spcPct val="100000"/>
              </a:lnSpc>
              <a:buNone/>
              <a:tabLst>
                <a:tab pos="0" algn="l"/>
              </a:tabLst>
            </a:pPr>
            <a:fld id="{5939AA02-227D-4251-B886-6F396B498A38}" type="slidenum">
              <a:rPr lang="en-AU"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5.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5.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5.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5.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5.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5.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5.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5.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5.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5.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ver Slide_A">
    <p:bg>
      <p:bgPr>
        <a:solidFill>
          <a:srgbClr val="FFFFFF"/>
        </a:solidFill>
      </p:bgPr>
    </p:bg>
    <p:spTree>
      <p:nvGrpSpPr>
        <p:cNvPr id="1" name=""/>
        <p:cNvGrpSpPr/>
        <p:nvPr/>
      </p:nvGrpSpPr>
      <p:grpSpPr>
        <a:xfrm>
          <a:off x="0" y="0"/>
          <a:ext cx="0" cy="0"/>
          <a:chOff x="0" y="0"/>
          <a:chExt cx="0" cy="0"/>
        </a:xfrm>
      </p:grpSpPr>
      <p:pic>
        <p:nvPicPr>
          <p:cNvPr id="2" name="Picture 1" descr="A blue and white map&#10;&#10;AI-generated content may be incorrect."/>
          <p:cNvPicPr/>
          <p:nvPr/>
        </p:nvPicPr>
        <p:blipFill>
          <a:blip r:embed="rId2"/>
          <a:stretch/>
        </p:blipFill>
        <p:spPr>
          <a:xfrm>
            <a:off x="0" y="0"/>
            <a:ext cx="12191400" cy="6857280"/>
          </a:xfrm>
          <a:prstGeom prst="rect">
            <a:avLst/>
          </a:prstGeom>
          <a:noFill/>
          <a:ln w="0">
            <a:noFill/>
          </a:ln>
        </p:spPr>
      </p:pic>
      <p:sp>
        <p:nvSpPr>
          <p:cNvPr id="3" name="PlaceHolder 1">
            <a:extLst>
              <a:ext uri="{C183D7F6-B498-43B3-948B-1728B52AA6E4}">
                <adec:decorative xmlns:adec="http://schemas.microsoft.com/office/drawing/2017/decorative" val="1"/>
              </a:ext>
            </a:extLst>
          </p:cNvPr>
          <p:cNvSpPr>
            <a:spLocks noGrp="1"/>
          </p:cNvSpPr>
          <p:nvPr>
            <p:ph type="body" hasCustomPrompt="1"/>
          </p:nvPr>
        </p:nvSpPr>
        <p:spPr>
          <a:xfrm>
            <a:off x="597600" y="5604480"/>
            <a:ext cx="7379640" cy="932760"/>
          </a:xfrm>
          <a:prstGeom prst="rect">
            <a:avLst/>
          </a:prstGeom>
          <a:noFill/>
          <a:ln w="0">
            <a:noFill/>
          </a:ln>
        </p:spPr>
        <p:txBody>
          <a:bodyPr lIns="90000" tIns="45000" rIns="90000" bIns="45000" anchor="t">
            <a:noAutofit/>
          </a:bodyPr>
          <a:lstStyle>
            <a:lvl1pPr marL="228600" indent="-228600" algn="l" defTabSz="914400">
              <a:lnSpc>
                <a:spcPct val="90000"/>
              </a:lnSpc>
              <a:spcBef>
                <a:spcPts val="1001"/>
              </a:spcBef>
              <a:buNone/>
              <a:tabLst>
                <a:tab pos="0" algn="l"/>
              </a:tabLst>
              <a:defRPr lang="en-US" sz="1800" b="0" u="none" strike="noStrike">
                <a:solidFill>
                  <a:schemeClr val="lt1"/>
                </a:solidFill>
                <a:effectLst/>
                <a:uFillTx/>
                <a:latin typeface="Arial"/>
              </a:defRPr>
            </a:lvl1pPr>
          </a:lstStyle>
          <a:p>
            <a:pPr marL="228600" indent="-228600" algn="l" defTabSz="914400">
              <a:lnSpc>
                <a:spcPct val="90000"/>
              </a:lnSpc>
              <a:spcBef>
                <a:spcPts val="1001"/>
              </a:spcBef>
              <a:buNone/>
              <a:tabLst>
                <a:tab pos="0" algn="l"/>
              </a:tabLst>
            </a:pPr>
            <a:r>
              <a:rPr lang="en-US" sz="1800" b="0" u="none" strike="noStrike">
                <a:solidFill>
                  <a:schemeClr val="lt1"/>
                </a:solidFill>
                <a:effectLst/>
                <a:uFillTx/>
                <a:latin typeface="Arial"/>
              </a:rPr>
              <a:t>Click to edit: Add your </a:t>
            </a:r>
            <a:r>
              <a:rPr lang="en-AU" sz="1800" b="0" u="none" strike="noStrike">
                <a:solidFill>
                  <a:schemeClr val="lt1"/>
                </a:solidFill>
                <a:effectLst/>
                <a:uFillTx/>
                <a:latin typeface="Arial"/>
              </a:rPr>
              <a:t>department, faculty or division name here</a:t>
            </a:r>
            <a:endParaRPr lang="en-US" sz="1800" b="0" u="none" strike="noStrike">
              <a:solidFill>
                <a:schemeClr val="lt1"/>
              </a:solidFill>
              <a:effectLst/>
              <a:uFillTx/>
              <a:latin typeface="Arial"/>
            </a:endParaRPr>
          </a:p>
        </p:txBody>
      </p:sp>
      <p:sp>
        <p:nvSpPr>
          <p:cNvPr id="4" name="PlaceHolder 2">
            <a:extLst>
              <a:ext uri="{C183D7F6-B498-43B3-948B-1728B52AA6E4}">
                <adec:decorative xmlns:adec="http://schemas.microsoft.com/office/drawing/2017/decorative" val="1"/>
              </a:ext>
            </a:extLst>
          </p:cNvPr>
          <p:cNvSpPr>
            <a:spLocks noGrp="1"/>
          </p:cNvSpPr>
          <p:nvPr>
            <p:ph type="title" hasCustomPrompt="1"/>
          </p:nvPr>
        </p:nvSpPr>
        <p:spPr>
          <a:xfrm>
            <a:off x="597600" y="3252600"/>
            <a:ext cx="7379640" cy="1904040"/>
          </a:xfrm>
          <a:prstGeom prst="rect">
            <a:avLst/>
          </a:prstGeom>
          <a:noFill/>
          <a:ln w="0">
            <a:noFill/>
          </a:ln>
        </p:spPr>
        <p:txBody>
          <a:bodyPr lIns="90000" tIns="45000" rIns="90000" bIns="45000" anchor="b">
            <a:normAutofit/>
          </a:bodyPr>
          <a:lstStyle>
            <a:lvl1pPr indent="0" algn="l" defTabSz="914400">
              <a:lnSpc>
                <a:spcPct val="90000"/>
              </a:lnSpc>
              <a:buNone/>
              <a:tabLst>
                <a:tab pos="0" algn="l"/>
              </a:tabLst>
              <a:defRPr lang="en-US" sz="5400" b="1" u="none" strike="noStrike">
                <a:solidFill>
                  <a:schemeClr val="lt1"/>
                </a:solidFill>
                <a:effectLst/>
                <a:uFillTx/>
                <a:latin typeface="Arial"/>
              </a:defRPr>
            </a:lvl1pPr>
          </a:lstStyle>
          <a:p>
            <a:pPr indent="0" algn="l" defTabSz="914400">
              <a:lnSpc>
                <a:spcPct val="90000"/>
              </a:lnSpc>
              <a:buNone/>
              <a:tabLst>
                <a:tab pos="0" algn="l"/>
              </a:tabLst>
            </a:pPr>
            <a:r>
              <a:rPr lang="en-US" sz="5400" b="1" u="none" strike="noStrike">
                <a:solidFill>
                  <a:schemeClr val="lt1"/>
                </a:solidFill>
                <a:effectLst/>
                <a:uFillTx/>
                <a:latin typeface="Arial"/>
              </a:rPr>
              <a:t>Click to edit: Presentation Title</a:t>
            </a:r>
            <a:endParaRPr lang="en-US" sz="5400" b="1" u="none" strike="noStrike">
              <a:solidFill>
                <a:schemeClr val="lt1"/>
              </a:solidFill>
              <a:effectLst/>
              <a:uFillTx/>
              <a:latin typeface="Arial"/>
            </a:endParaRPr>
          </a:p>
        </p:txBody>
      </p:sp>
      <p:sp>
        <p:nvSpPr>
          <p:cNvPr id="5" name="TextBox 5" descr="CRICOS No. 00213J"/>
          <p:cNvSpPr/>
          <p:nvPr/>
        </p:nvSpPr>
        <p:spPr>
          <a:xfrm>
            <a:off x="8575200" y="6537960"/>
            <a:ext cx="3175200" cy="18216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r>
              <a:rPr lang="en-AU" sz="600" b="0" u="none" strike="noStrike">
                <a:solidFill>
                  <a:schemeClr val="lt1">
                    <a:lumMod val="85000"/>
                  </a:schemeClr>
                </a:solidFill>
                <a:effectLst/>
                <a:uFillTx/>
                <a:latin typeface="Arial"/>
              </a:rPr>
              <a:t>TEQSA Provider ID PRV12079  Australian University | CRICOS No.00213J</a:t>
            </a:r>
            <a:endParaRPr lang="en-US" sz="6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ver Slide_B">
    <p:bg>
      <p:bgPr>
        <a:solidFill>
          <a:srgbClr val="FFFFFF"/>
        </a:solidFill>
      </p:bgPr>
    </p:bg>
    <p:spTree>
      <p:nvGrpSpPr>
        <p:cNvPr id="1" name=""/>
        <p:cNvGrpSpPr/>
        <p:nvPr/>
      </p:nvGrpSpPr>
      <p:grpSpPr>
        <a:xfrm>
          <a:off x="0" y="0"/>
          <a:ext cx="0" cy="0"/>
          <a:chOff x="0" y="0"/>
          <a:chExt cx="0" cy="0"/>
        </a:xfrm>
      </p:grpSpPr>
      <p:pic>
        <p:nvPicPr>
          <p:cNvPr id="6" name="Picture 1" descr="A blue and white background&#10;&#10;AI-generated content may be incorrect."/>
          <p:cNvPicPr/>
          <p:nvPr/>
        </p:nvPicPr>
        <p:blipFill>
          <a:blip r:embed="rId2"/>
          <a:stretch/>
        </p:blipFill>
        <p:spPr>
          <a:xfrm>
            <a:off x="0" y="0"/>
            <a:ext cx="12191400" cy="6857280"/>
          </a:xfrm>
          <a:prstGeom prst="rect">
            <a:avLst/>
          </a:prstGeom>
          <a:noFill/>
          <a:ln w="0">
            <a:noFill/>
          </a:ln>
        </p:spPr>
      </p:pic>
      <p:sp>
        <p:nvSpPr>
          <p:cNvPr id="7" name="PlaceHolder 1">
            <a:extLst>
              <a:ext uri="{C183D7F6-B498-43B3-948B-1728B52AA6E4}">
                <adec:decorative xmlns:adec="http://schemas.microsoft.com/office/drawing/2017/decorative" val="1"/>
              </a:ext>
            </a:extLst>
          </p:cNvPr>
          <p:cNvSpPr>
            <a:spLocks noGrp="1"/>
          </p:cNvSpPr>
          <p:nvPr>
            <p:ph type="body" hasCustomPrompt="1"/>
          </p:nvPr>
        </p:nvSpPr>
        <p:spPr>
          <a:xfrm>
            <a:off x="435240" y="4308120"/>
            <a:ext cx="7379640" cy="932760"/>
          </a:xfrm>
          <a:prstGeom prst="rect">
            <a:avLst/>
          </a:prstGeom>
          <a:noFill/>
          <a:ln w="0">
            <a:noFill/>
          </a:ln>
        </p:spPr>
        <p:txBody>
          <a:bodyPr lIns="90000" tIns="45000" rIns="90000" bIns="45000" anchor="t">
            <a:noAutofit/>
          </a:bodyPr>
          <a:lstStyle>
            <a:lvl1pPr marL="228600" indent="-228600" algn="l" defTabSz="914400">
              <a:lnSpc>
                <a:spcPct val="90000"/>
              </a:lnSpc>
              <a:spcBef>
                <a:spcPts val="1001"/>
              </a:spcBef>
              <a:buNone/>
              <a:tabLst>
                <a:tab pos="0" algn="l"/>
              </a:tabLst>
              <a:defRPr lang="en-US" sz="1800" b="0" u="none" strike="noStrike">
                <a:solidFill>
                  <a:schemeClr val="lt1"/>
                </a:solidFill>
                <a:effectLst/>
                <a:uFillTx/>
                <a:latin typeface="Arial"/>
              </a:defRPr>
            </a:lvl1pPr>
          </a:lstStyle>
          <a:p>
            <a:pPr marL="228600" indent="-228600" algn="l" defTabSz="914400">
              <a:lnSpc>
                <a:spcPct val="90000"/>
              </a:lnSpc>
              <a:spcBef>
                <a:spcPts val="1001"/>
              </a:spcBef>
              <a:buNone/>
              <a:tabLst>
                <a:tab pos="0" algn="l"/>
              </a:tabLst>
            </a:pPr>
            <a:r>
              <a:rPr lang="en-US" sz="1800" b="0" u="none" strike="noStrike">
                <a:solidFill>
                  <a:schemeClr val="lt1"/>
                </a:solidFill>
                <a:effectLst/>
                <a:uFillTx/>
                <a:latin typeface="Arial"/>
              </a:rPr>
              <a:t>Click to edit: Add your </a:t>
            </a:r>
            <a:r>
              <a:rPr lang="en-AU" sz="1800" b="0" u="none" strike="noStrike">
                <a:solidFill>
                  <a:schemeClr val="lt1"/>
                </a:solidFill>
                <a:effectLst/>
                <a:uFillTx/>
                <a:latin typeface="Arial"/>
              </a:rPr>
              <a:t>department, faculty or division name here</a:t>
            </a:r>
            <a:endParaRPr lang="en-US" sz="1800" b="0" u="none" strike="noStrike">
              <a:solidFill>
                <a:schemeClr val="lt1"/>
              </a:solidFill>
              <a:effectLst/>
              <a:uFillTx/>
              <a:latin typeface="Arial"/>
            </a:endParaRPr>
          </a:p>
        </p:txBody>
      </p:sp>
      <p:sp>
        <p:nvSpPr>
          <p:cNvPr id="8" name="PlaceHolder 2">
            <a:extLst>
              <a:ext uri="{C183D7F6-B498-43B3-948B-1728B52AA6E4}">
                <adec:decorative xmlns:adec="http://schemas.microsoft.com/office/drawing/2017/decorative" val="1"/>
              </a:ext>
            </a:extLst>
          </p:cNvPr>
          <p:cNvSpPr>
            <a:spLocks noGrp="1"/>
          </p:cNvSpPr>
          <p:nvPr>
            <p:ph type="title" hasCustomPrompt="1"/>
          </p:nvPr>
        </p:nvSpPr>
        <p:spPr>
          <a:xfrm>
            <a:off x="435240" y="1956240"/>
            <a:ext cx="7379640" cy="1904040"/>
          </a:xfrm>
          <a:prstGeom prst="rect">
            <a:avLst/>
          </a:prstGeom>
          <a:noFill/>
          <a:ln w="0">
            <a:noFill/>
          </a:ln>
        </p:spPr>
        <p:txBody>
          <a:bodyPr lIns="90000" tIns="45000" rIns="90000" bIns="45000" anchor="b">
            <a:normAutofit/>
          </a:bodyPr>
          <a:lstStyle>
            <a:lvl1pPr indent="0" algn="l" defTabSz="914400">
              <a:lnSpc>
                <a:spcPct val="90000"/>
              </a:lnSpc>
              <a:buNone/>
              <a:tabLst>
                <a:tab pos="0" algn="l"/>
              </a:tabLst>
              <a:defRPr lang="en-US" sz="5400" b="1" u="none" strike="noStrike">
                <a:solidFill>
                  <a:schemeClr val="lt1"/>
                </a:solidFill>
                <a:effectLst/>
                <a:uFillTx/>
                <a:latin typeface="Arial"/>
              </a:defRPr>
            </a:lvl1pPr>
          </a:lstStyle>
          <a:p>
            <a:pPr indent="0" algn="l" defTabSz="914400">
              <a:lnSpc>
                <a:spcPct val="90000"/>
              </a:lnSpc>
              <a:buNone/>
              <a:tabLst>
                <a:tab pos="0" algn="l"/>
              </a:tabLst>
            </a:pPr>
            <a:r>
              <a:rPr lang="en-US" sz="5400" b="1" u="none" strike="noStrike">
                <a:solidFill>
                  <a:schemeClr val="lt1"/>
                </a:solidFill>
                <a:effectLst/>
                <a:uFillTx/>
                <a:latin typeface="Arial"/>
              </a:rPr>
              <a:t>Click to edit: Presentation Title</a:t>
            </a:r>
            <a:endParaRPr lang="en-US" sz="5400" b="1" u="none" strike="noStrike">
              <a:solidFill>
                <a:schemeClr val="lt1"/>
              </a:solidFill>
              <a:effectLst/>
              <a:uFillTx/>
              <a:latin typeface="Arial"/>
            </a:endParaRPr>
          </a:p>
        </p:txBody>
      </p:sp>
      <p:sp>
        <p:nvSpPr>
          <p:cNvPr id="9" name="TextBox 7" descr="CRICOS No. 00213J"/>
          <p:cNvSpPr/>
          <p:nvPr/>
        </p:nvSpPr>
        <p:spPr>
          <a:xfrm>
            <a:off x="8575200" y="6537960"/>
            <a:ext cx="3175200" cy="18216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r>
              <a:rPr lang="en-AU" sz="600" b="0" u="none" strike="noStrike">
                <a:solidFill>
                  <a:schemeClr val="lt1">
                    <a:lumMod val="85000"/>
                  </a:schemeClr>
                </a:solidFill>
                <a:effectLst/>
                <a:uFillTx/>
                <a:latin typeface="Arial"/>
              </a:rPr>
              <a:t>TEQSA Provider ID PRV12079  Australian University | CRICOS No.00213J</a:t>
            </a:r>
            <a:endParaRPr lang="en-US" sz="600" b="0" u="none" strike="noStrik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ver Slide_C">
    <p:bg>
      <p:bgPr>
        <a:solidFill>
          <a:srgbClr val="FFFFFF"/>
        </a:solidFill>
      </p:bgPr>
    </p:bg>
    <p:spTree>
      <p:nvGrpSpPr>
        <p:cNvPr id="1" name=""/>
        <p:cNvGrpSpPr/>
        <p:nvPr/>
      </p:nvGrpSpPr>
      <p:grpSpPr>
        <a:xfrm>
          <a:off x="0" y="0"/>
          <a:ext cx="0" cy="0"/>
          <a:chOff x="0" y="0"/>
          <a:chExt cx="0" cy="0"/>
        </a:xfrm>
      </p:grpSpPr>
      <p:pic>
        <p:nvPicPr>
          <p:cNvPr id="10" name="Picture 1" descr="A blue and white background&#10;&#10;AI-generated content may be incorrect."/>
          <p:cNvPicPr/>
          <p:nvPr/>
        </p:nvPicPr>
        <p:blipFill>
          <a:blip r:embed="rId2"/>
          <a:stretch/>
        </p:blipFill>
        <p:spPr>
          <a:xfrm>
            <a:off x="0" y="0"/>
            <a:ext cx="12191400" cy="6857280"/>
          </a:xfrm>
          <a:prstGeom prst="rect">
            <a:avLst/>
          </a:prstGeom>
          <a:noFill/>
          <a:ln w="0">
            <a:noFill/>
          </a:ln>
        </p:spPr>
      </p:pic>
      <p:sp>
        <p:nvSpPr>
          <p:cNvPr id="11" name="PlaceHolder 1">
            <a:extLst>
              <a:ext uri="{C183D7F6-B498-43B3-948B-1728B52AA6E4}">
                <adec:decorative xmlns:adec="http://schemas.microsoft.com/office/drawing/2017/decorative" val="1"/>
              </a:ext>
            </a:extLst>
          </p:cNvPr>
          <p:cNvSpPr>
            <a:spLocks noGrp="1"/>
          </p:cNvSpPr>
          <p:nvPr>
            <p:ph type="body" hasCustomPrompt="1"/>
          </p:nvPr>
        </p:nvSpPr>
        <p:spPr>
          <a:xfrm>
            <a:off x="450000" y="4338000"/>
            <a:ext cx="7379640" cy="932760"/>
          </a:xfrm>
          <a:prstGeom prst="rect">
            <a:avLst/>
          </a:prstGeom>
          <a:noFill/>
          <a:ln w="0">
            <a:noFill/>
          </a:ln>
        </p:spPr>
        <p:txBody>
          <a:bodyPr lIns="90000" tIns="45000" rIns="90000" bIns="45000" anchor="t">
            <a:noAutofit/>
          </a:bodyPr>
          <a:lstStyle>
            <a:lvl1pPr marL="228600" indent="-228600" algn="l" defTabSz="914400">
              <a:lnSpc>
                <a:spcPct val="90000"/>
              </a:lnSpc>
              <a:spcBef>
                <a:spcPts val="1001"/>
              </a:spcBef>
              <a:buNone/>
              <a:tabLst>
                <a:tab pos="0" algn="l"/>
              </a:tabLst>
              <a:defRPr lang="en-US" sz="1800" b="0" u="none" strike="noStrike">
                <a:solidFill>
                  <a:schemeClr val="lt1"/>
                </a:solidFill>
                <a:effectLst/>
                <a:uFillTx/>
                <a:latin typeface="Arial"/>
              </a:defRPr>
            </a:lvl1pPr>
          </a:lstStyle>
          <a:p>
            <a:pPr marL="228600" indent="-228600" algn="l" defTabSz="914400">
              <a:lnSpc>
                <a:spcPct val="90000"/>
              </a:lnSpc>
              <a:spcBef>
                <a:spcPts val="1001"/>
              </a:spcBef>
              <a:buNone/>
              <a:tabLst>
                <a:tab pos="0" algn="l"/>
              </a:tabLst>
            </a:pPr>
            <a:r>
              <a:rPr lang="en-US" sz="1800" b="0" u="none" strike="noStrike">
                <a:solidFill>
                  <a:schemeClr val="lt1"/>
                </a:solidFill>
                <a:effectLst/>
                <a:uFillTx/>
                <a:latin typeface="Arial"/>
              </a:rPr>
              <a:t>Click to edit: Add your </a:t>
            </a:r>
            <a:r>
              <a:rPr lang="en-AU" sz="1800" b="0" u="none" strike="noStrike">
                <a:solidFill>
                  <a:schemeClr val="lt1"/>
                </a:solidFill>
                <a:effectLst/>
                <a:uFillTx/>
                <a:latin typeface="Arial"/>
              </a:rPr>
              <a:t>department, faculty or division name here</a:t>
            </a:r>
            <a:endParaRPr lang="en-US" sz="1800" b="0" u="none" strike="noStrike">
              <a:solidFill>
                <a:schemeClr val="lt1"/>
              </a:solidFill>
              <a:effectLst/>
              <a:uFillTx/>
              <a:latin typeface="Arial"/>
            </a:endParaRPr>
          </a:p>
        </p:txBody>
      </p:sp>
      <p:sp>
        <p:nvSpPr>
          <p:cNvPr id="12" name="PlaceHolder 2">
            <a:extLst>
              <a:ext uri="{C183D7F6-B498-43B3-948B-1728B52AA6E4}">
                <adec:decorative xmlns:adec="http://schemas.microsoft.com/office/drawing/2017/decorative" val="1"/>
              </a:ext>
            </a:extLst>
          </p:cNvPr>
          <p:cNvSpPr>
            <a:spLocks noGrp="1"/>
          </p:cNvSpPr>
          <p:nvPr>
            <p:ph type="title" hasCustomPrompt="1"/>
          </p:nvPr>
        </p:nvSpPr>
        <p:spPr>
          <a:xfrm>
            <a:off x="450000" y="1985760"/>
            <a:ext cx="7379640" cy="1904040"/>
          </a:xfrm>
          <a:prstGeom prst="rect">
            <a:avLst/>
          </a:prstGeom>
          <a:noFill/>
          <a:ln w="0">
            <a:noFill/>
          </a:ln>
        </p:spPr>
        <p:txBody>
          <a:bodyPr lIns="90000" tIns="45000" rIns="90000" bIns="45000" anchor="b">
            <a:normAutofit/>
          </a:bodyPr>
          <a:lstStyle>
            <a:lvl1pPr indent="0" algn="l" defTabSz="914400">
              <a:lnSpc>
                <a:spcPct val="90000"/>
              </a:lnSpc>
              <a:buNone/>
              <a:tabLst>
                <a:tab pos="0" algn="l"/>
              </a:tabLst>
              <a:defRPr lang="en-US" sz="5400" b="1" u="none" strike="noStrike">
                <a:solidFill>
                  <a:schemeClr val="lt1"/>
                </a:solidFill>
                <a:effectLst/>
                <a:uFillTx/>
                <a:latin typeface="Arial"/>
              </a:defRPr>
            </a:lvl1pPr>
          </a:lstStyle>
          <a:p>
            <a:pPr indent="0" algn="l" defTabSz="914400">
              <a:lnSpc>
                <a:spcPct val="90000"/>
              </a:lnSpc>
              <a:buNone/>
              <a:tabLst>
                <a:tab pos="0" algn="l"/>
              </a:tabLst>
            </a:pPr>
            <a:r>
              <a:rPr lang="en-US" sz="5400" b="1" u="none" strike="noStrike">
                <a:solidFill>
                  <a:schemeClr val="lt1"/>
                </a:solidFill>
                <a:effectLst/>
                <a:uFillTx/>
                <a:latin typeface="Arial"/>
              </a:rPr>
              <a:t>Click to edit: Presentation Title</a:t>
            </a:r>
            <a:endParaRPr lang="en-US" sz="5400" b="1" u="none" strike="noStrike">
              <a:solidFill>
                <a:schemeClr val="lt1"/>
              </a:solidFill>
              <a:effectLst/>
              <a:uFillTx/>
              <a:latin typeface="Arial"/>
            </a:endParaRPr>
          </a:p>
        </p:txBody>
      </p:sp>
      <p:sp>
        <p:nvSpPr>
          <p:cNvPr id="13" name="TextBox 7" descr="CRICOS No. 00213J"/>
          <p:cNvSpPr/>
          <p:nvPr/>
        </p:nvSpPr>
        <p:spPr>
          <a:xfrm>
            <a:off x="8575200" y="6537960"/>
            <a:ext cx="3175200" cy="182160"/>
          </a:xfrm>
          <a:prstGeom prst="rect">
            <a:avLst/>
          </a:prstGeom>
          <a:noFill/>
          <a:ln w="0">
            <a:noFill/>
          </a:ln>
        </p:spPr>
        <p:style>
          <a:lnRef idx="0"/>
          <a:fillRef idx="0"/>
          <a:effectRef idx="0"/>
          <a:fontRef idx="minor"/>
        </p:style>
        <p:txBody>
          <a:bodyPr lIns="90000" tIns="45000" rIns="90000" bIns="45000" anchor="t">
            <a:spAutoFit/>
          </a:bodyPr>
          <a:p>
            <a:pPr algn="r" defTabSz="914400">
              <a:lnSpc>
                <a:spcPct val="100000"/>
              </a:lnSpc>
            </a:pPr>
            <a:r>
              <a:rPr lang="en-AU" sz="600" b="0" u="none" strike="noStrike">
                <a:solidFill>
                  <a:schemeClr val="lt1">
                    <a:lumMod val="85000"/>
                  </a:schemeClr>
                </a:solidFill>
                <a:effectLst/>
                <a:uFillTx/>
                <a:latin typeface="Arial"/>
              </a:rPr>
              <a:t>TEQSA Provider ID PRV12079  Australian University | CRICOS No.00213J</a:t>
            </a:r>
            <a:endParaRPr lang="en-US" sz="600" b="0" u="none" strike="noStrik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Standard Slide_Light blue">
    <p:bg>
      <p:bgPr>
        <a:solidFill>
          <a:srgbClr val="FFFFFF"/>
        </a:solidFill>
      </p:bgPr>
    </p:bg>
    <p:spTree>
      <p:nvGrpSpPr>
        <p:cNvPr id="1" name=""/>
        <p:cNvGrpSpPr/>
        <p:nvPr/>
      </p:nvGrpSpPr>
      <p:grpSpPr>
        <a:xfrm>
          <a:off x="0" y="0"/>
          <a:ext cx="0" cy="0"/>
          <a:chOff x="0" y="0"/>
          <a:chExt cx="0" cy="0"/>
        </a:xfrm>
      </p:grpSpPr>
      <p:pic>
        <p:nvPicPr>
          <p:cNvPr id="14" name="Picture 6">
            <a:extLst>
              <a:ext uri="{C183D7F6-B498-43B3-948B-1728B52AA6E4}">
                <adec:decorative xmlns:adec="http://schemas.microsoft.com/office/drawing/2017/decorative" val="1"/>
              </a:ext>
            </a:extLst>
          </p:cNvPr>
          <p:cNvPicPr/>
          <p:nvPr/>
        </p:nvPicPr>
        <p:blipFill>
          <a:blip r:embed="rId2"/>
          <a:stretch/>
        </p:blipFill>
        <p:spPr>
          <a:xfrm>
            <a:off x="0" y="6080040"/>
            <a:ext cx="12191400" cy="777240"/>
          </a:xfrm>
          <a:prstGeom prst="rect">
            <a:avLst/>
          </a:prstGeom>
          <a:noFill/>
          <a:ln w="0">
            <a:noFill/>
          </a:ln>
        </p:spPr>
      </p:pic>
      <p:sp>
        <p:nvSpPr>
          <p:cNvPr id="15" name="TextBox 7" descr="CRICOS No. 00213J"/>
          <p:cNvSpPr/>
          <p:nvPr/>
        </p:nvSpPr>
        <p:spPr>
          <a:xfrm>
            <a:off x="345960" y="5861520"/>
            <a:ext cx="3101040" cy="183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600" b="0" u="none" strike="noStrike">
                <a:solidFill>
                  <a:schemeClr val="lt1">
                    <a:lumMod val="65000"/>
                  </a:schemeClr>
                </a:solidFill>
                <a:effectLst/>
                <a:uFillTx/>
                <a:latin typeface="Arial"/>
              </a:rPr>
              <a:t>TEQSA Provider ID PRV12079  Australian University | CRICOS No.00213J</a:t>
            </a:r>
            <a:endParaRPr lang="en-US" sz="600" b="0" u="none" strike="noStrike">
              <a:solidFill>
                <a:srgbClr val="000000"/>
              </a:solidFill>
              <a:effectLst/>
              <a:uFillTx/>
              <a:latin typeface="Arial"/>
            </a:endParaRPr>
          </a:p>
        </p:txBody>
      </p:sp>
      <p:sp>
        <p:nvSpPr>
          <p:cNvPr id="16" name="TextBox 8">
            <a:extLst>
              <a:ext uri="{C183D7F6-B498-43B3-948B-1728B52AA6E4}">
                <adec:decorative xmlns:adec="http://schemas.microsoft.com/office/drawing/2017/decorative" val="1"/>
              </a:ext>
            </a:extLst>
          </p:cNvPr>
          <p:cNvSpPr/>
          <p:nvPr/>
        </p:nvSpPr>
        <p:spPr>
          <a:xfrm>
            <a:off x="345960" y="6228360"/>
            <a:ext cx="6049080" cy="445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1200" b="1" u="none" strike="noStrike">
                <a:solidFill>
                  <a:schemeClr val="lt1"/>
                </a:solidFill>
                <a:effectLst/>
                <a:uFillTx/>
                <a:latin typeface="Arial"/>
              </a:rPr>
              <a:t>&lt;Add your team or unit name here&gt;</a:t>
            </a:r>
            <a:endParaRPr lang="en-US" sz="1200" b="0" u="none" strike="noStrike">
              <a:solidFill>
                <a:srgbClr val="000000"/>
              </a:solidFill>
              <a:effectLst/>
              <a:uFillTx/>
              <a:latin typeface="Arial"/>
            </a:endParaRPr>
          </a:p>
          <a:p>
            <a:pPr defTabSz="914400">
              <a:lnSpc>
                <a:spcPct val="100000"/>
              </a:lnSpc>
            </a:pPr>
            <a:r>
              <a:rPr lang="en-AU" sz="1100" b="0" u="none" strike="noStrike">
                <a:solidFill>
                  <a:schemeClr val="lt1"/>
                </a:solidFill>
                <a:effectLst/>
                <a:uFillTx/>
                <a:latin typeface="Arial"/>
              </a:rPr>
              <a:t>&lt;Add your department, faculty or division name here&gt;</a:t>
            </a:r>
            <a:endParaRPr lang="en-US" sz="1100" b="0" u="none" strike="noStrike">
              <a:solidFill>
                <a:srgbClr val="000000"/>
              </a:solidFill>
              <a:effectLst/>
              <a:uFillTx/>
              <a:latin typeface="Arial"/>
            </a:endParaRPr>
          </a:p>
        </p:txBody>
      </p:sp>
      <p:pic>
        <p:nvPicPr>
          <p:cNvPr id="17" name="Picture 13"/>
          <p:cNvPicPr/>
          <p:nvPr/>
        </p:nvPicPr>
        <p:blipFill>
          <a:blip r:embed="rId3"/>
          <a:stretch/>
        </p:blipFill>
        <p:spPr>
          <a:xfrm>
            <a:off x="11264040" y="6238080"/>
            <a:ext cx="467280" cy="467280"/>
          </a:xfrm>
          <a:prstGeom prst="rect">
            <a:avLst/>
          </a:prstGeom>
          <a:noFill/>
          <a:ln w="0">
            <a:noFill/>
          </a:ln>
        </p:spPr>
      </p:pic>
      <p:sp>
        <p:nvSpPr>
          <p:cNvPr id="18" name="Rectangle 4">
            <a:extLst>
              <a:ext uri="{C183D7F6-B498-43B3-948B-1728B52AA6E4}">
                <adec:decorative xmlns:adec="http://schemas.microsoft.com/office/drawing/2017/decorative" val="1"/>
              </a:ext>
            </a:extLst>
          </p:cNvPr>
          <p:cNvSpPr/>
          <p:nvPr/>
        </p:nvSpPr>
        <p:spPr>
          <a:xfrm>
            <a:off x="0" y="0"/>
            <a:ext cx="12191400" cy="6075360"/>
          </a:xfrm>
          <a:prstGeom prst="rect">
            <a:avLst/>
          </a:prstGeom>
          <a:solidFill>
            <a:srgbClr val="6C98C7"/>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AU" sz="1800" b="0" u="none" strike="noStrike">
              <a:solidFill>
                <a:schemeClr val="lt1"/>
              </a:solidFill>
              <a:effectLst/>
              <a:uFillTx/>
              <a:latin typeface="Arial"/>
            </a:endParaRPr>
          </a:p>
        </p:txBody>
      </p:sp>
      <p:sp>
        <p:nvSpPr>
          <p:cNvPr id="19" name="PlaceHolder 1"/>
          <p:cNvSpPr>
            <a:spLocks noGrp="1"/>
          </p:cNvSpPr>
          <p:nvPr>
            <p:ph type="sldNum" idx="1"/>
          </p:nvPr>
        </p:nvSpPr>
        <p:spPr>
          <a:xfrm>
            <a:off x="11188440" y="186120"/>
            <a:ext cx="6562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lumMod val="75000"/>
                    <a:lumOff val="25000"/>
                  </a:schemeClr>
                </a:solidFill>
                <a:effectLst/>
                <a:uFillTx/>
                <a:latin typeface="Arial"/>
              </a:defRPr>
            </a:lvl1pPr>
          </a:lstStyle>
          <a:p>
            <a:pPr indent="0" algn="r" defTabSz="914400">
              <a:lnSpc>
                <a:spcPct val="100000"/>
              </a:lnSpc>
              <a:buNone/>
              <a:tabLst>
                <a:tab pos="0" algn="l"/>
              </a:tabLst>
            </a:pPr>
            <a:fld id="{7595EEF2-00DD-443B-9F8A-6A152758AC9F}" type="slidenum">
              <a:rPr lang="en-AU" sz="1200" b="0" u="none" strike="noStrike">
                <a:solidFill>
                  <a:schemeClr val="dk1">
                    <a:lumMod val="75000"/>
                    <a:lumOff val="25000"/>
                  </a:schemeClr>
                </a:solidFill>
                <a:effectLst/>
                <a:uFillTx/>
                <a:latin typeface="Arial"/>
              </a:rPr>
              <a:t>&lt;number&gt;</a:t>
            </a:fld>
            <a:endParaRPr lang="en-US" sz="1200" b="0" u="none" strike="noStrike">
              <a:solidFill>
                <a:srgbClr val="000000"/>
              </a:solidFill>
              <a:effectLst/>
              <a:uFillTx/>
              <a:latin typeface="Times New Roman"/>
            </a:endParaRPr>
          </a:p>
        </p:txBody>
      </p:sp>
      <p:sp>
        <p:nvSpPr>
          <p:cNvPr id="20" name="PlaceHolder 2">
            <a:extLst>
              <a:ext uri="{C183D7F6-B498-43B3-948B-1728B52AA6E4}">
                <adec:decorative xmlns:adec="http://schemas.microsoft.com/office/drawing/2017/decorative" val="1"/>
              </a:ext>
            </a:extLst>
          </p:cNvPr>
          <p:cNvSpPr>
            <a:spLocks noGrp="1"/>
          </p:cNvSpPr>
          <p:nvPr>
            <p:ph type="body" hasCustomPrompt="1"/>
          </p:nvPr>
        </p:nvSpPr>
        <p:spPr>
          <a:xfrm>
            <a:off x="468000" y="1800000"/>
            <a:ext cx="11231280" cy="39592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FFFFFF"/>
              </a:buClr>
              <a:buFont typeface="Arial"/>
              <a:buChar char="•"/>
              <a:defRPr lang="en-US" sz="2400" b="0" u="none" strike="noStrike">
                <a:solidFill>
                  <a:schemeClr val="lt1"/>
                </a:solidFill>
                <a:effectLst/>
                <a:uFillTx/>
                <a:latin typeface="Arial"/>
              </a:defRPr>
            </a:lvl1pPr>
            <a:lvl2pPr lvl="1" algn="l" defTabSz="914400">
              <a:lnSpc>
                <a:spcPct val="90000"/>
              </a:lnSpc>
              <a:spcBef>
                <a:spcPts val="499"/>
              </a:spcBef>
              <a:buClr>
                <a:srgbClr val="FFFFFF"/>
              </a:buClr>
              <a:buFont typeface="Arial"/>
              <a:buChar char="•"/>
              <a:defRPr lang="en-US" sz="2400" b="0" u="none" strike="noStrike">
                <a:solidFill>
                  <a:schemeClr val="lt1"/>
                </a:solidFill>
                <a:effectLst/>
                <a:uFillTx/>
                <a:latin typeface="Arial"/>
              </a:defRPr>
            </a:lvl2pPr>
            <a:lvl3pPr lvl="2" algn="l" defTabSz="914400">
              <a:lnSpc>
                <a:spcPct val="90000"/>
              </a:lnSpc>
              <a:spcBef>
                <a:spcPts val="499"/>
              </a:spcBef>
              <a:buClr>
                <a:srgbClr val="FFFFFF"/>
              </a:buClr>
              <a:buFont typeface="Arial"/>
              <a:buChar char="•"/>
              <a:defRPr lang="en-US" sz="2400" b="0" u="none" strike="noStrike">
                <a:solidFill>
                  <a:schemeClr val="lt1"/>
                </a:solidFill>
                <a:effectLst/>
                <a:uFillTx/>
                <a:latin typeface="Arial"/>
              </a:defRPr>
            </a:lvl3pPr>
            <a:lvl4pPr lvl="3" algn="l" defTabSz="914400">
              <a:lnSpc>
                <a:spcPct val="90000"/>
              </a:lnSpc>
              <a:spcBef>
                <a:spcPts val="499"/>
              </a:spcBef>
              <a:buClr>
                <a:srgbClr val="FFFFFF"/>
              </a:buClr>
              <a:buFont typeface="Arial"/>
              <a:buChar char="•"/>
              <a:defRPr lang="en-US" sz="2400" b="0" u="none" strike="noStrike">
                <a:solidFill>
                  <a:schemeClr val="lt1"/>
                </a:solidFill>
                <a:effectLst/>
                <a:uFillTx/>
                <a:latin typeface="Arial"/>
              </a:defRPr>
            </a:lvl4pPr>
            <a:lvl5pPr lvl="4" algn="l" defTabSz="914400">
              <a:lnSpc>
                <a:spcPct val="90000"/>
              </a:lnSpc>
              <a:spcBef>
                <a:spcPts val="499"/>
              </a:spcBef>
              <a:buClr>
                <a:srgbClr val="FFFFFF"/>
              </a:buClr>
              <a:buFont typeface="Arial"/>
              <a:buChar char="•"/>
              <a:defRPr lang="en-US" sz="2400" b="0" u="none" strike="noStrike">
                <a:solidFill>
                  <a:schemeClr val="lt1"/>
                </a:solidFill>
                <a:effectLst/>
                <a:uFillTx/>
                <a:latin typeface="Arial"/>
              </a:defRPr>
            </a:lvl5pPr>
          </a:lstStyle>
          <a:p>
            <a:pPr marL="228600" indent="-228600" algn="l" defTabSz="914400">
              <a:lnSpc>
                <a:spcPct val="90000"/>
              </a:lnSpc>
              <a:spcBef>
                <a:spcPts val="1001"/>
              </a:spcBef>
              <a:buClr>
                <a:srgbClr val="FFFFFF"/>
              </a:buClr>
              <a:buFont typeface="Arial"/>
              <a:buChar char="•"/>
            </a:pPr>
            <a:r>
              <a:rPr lang="en-US" sz="2400" b="0" u="none" strike="noStrike">
                <a:solidFill>
                  <a:schemeClr val="lt1"/>
                </a:solidFill>
                <a:effectLst/>
                <a:uFillTx/>
                <a:latin typeface="Arial"/>
              </a:rPr>
              <a:t>Edit Master text styles</a:t>
            </a:r>
            <a:endParaRPr lang="en-US" sz="2400" b="0" u="none" strike="noStrike">
              <a:solidFill>
                <a:schemeClr val="lt1"/>
              </a:solidFill>
              <a:effectLst/>
              <a:uFillTx/>
              <a:latin typeface="Arial"/>
            </a:endParaRPr>
          </a:p>
          <a:p>
            <a:pPr marL="685800" lvl="1" indent="-228600" algn="l" defTabSz="914400">
              <a:lnSpc>
                <a:spcPct val="90000"/>
              </a:lnSpc>
              <a:spcBef>
                <a:spcPts val="499"/>
              </a:spcBef>
              <a:buClr>
                <a:srgbClr val="FFFFFF"/>
              </a:buClr>
              <a:buFont typeface="Arial"/>
              <a:buChar char="•"/>
            </a:pPr>
            <a:r>
              <a:rPr lang="en-US" sz="2400" b="0" u="none" strike="noStrike">
                <a:solidFill>
                  <a:schemeClr val="lt1"/>
                </a:solidFill>
                <a:effectLst/>
                <a:uFillTx/>
                <a:latin typeface="Arial"/>
              </a:rPr>
              <a:t>Second level</a:t>
            </a:r>
            <a:endParaRPr lang="en-US" sz="2400" b="0" u="none" strike="noStrike">
              <a:solidFill>
                <a:schemeClr val="lt1"/>
              </a:solidFill>
              <a:effectLst/>
              <a:uFillTx/>
              <a:latin typeface="Arial"/>
            </a:endParaRPr>
          </a:p>
          <a:p>
            <a:pPr marL="1143000" lvl="2" indent="-228600" algn="l" defTabSz="914400">
              <a:lnSpc>
                <a:spcPct val="90000"/>
              </a:lnSpc>
              <a:spcBef>
                <a:spcPts val="499"/>
              </a:spcBef>
              <a:buClr>
                <a:srgbClr val="FFFFFF"/>
              </a:buClr>
              <a:buFont typeface="Arial"/>
              <a:buChar char="•"/>
            </a:pPr>
            <a:r>
              <a:rPr lang="en-US" sz="2400" b="0" u="none" strike="noStrike">
                <a:solidFill>
                  <a:schemeClr val="lt1"/>
                </a:solidFill>
                <a:effectLst/>
                <a:uFillTx/>
                <a:latin typeface="Arial"/>
              </a:rPr>
              <a:t>Third level</a:t>
            </a:r>
            <a:endParaRPr lang="en-US" sz="2400" b="0" u="none" strike="noStrike">
              <a:solidFill>
                <a:schemeClr val="lt1"/>
              </a:solidFill>
              <a:effectLst/>
              <a:uFillTx/>
              <a:latin typeface="Arial"/>
            </a:endParaRPr>
          </a:p>
          <a:p>
            <a:pPr marL="1600200" lvl="3" indent="-228600" algn="l" defTabSz="914400">
              <a:lnSpc>
                <a:spcPct val="90000"/>
              </a:lnSpc>
              <a:spcBef>
                <a:spcPts val="499"/>
              </a:spcBef>
              <a:buClr>
                <a:srgbClr val="FFFFFF"/>
              </a:buClr>
              <a:buFont typeface="Arial"/>
              <a:buChar char="•"/>
            </a:pPr>
            <a:r>
              <a:rPr lang="en-US" sz="2400" b="0" u="none" strike="noStrike">
                <a:solidFill>
                  <a:schemeClr val="lt1"/>
                </a:solidFill>
                <a:effectLst/>
                <a:uFillTx/>
                <a:latin typeface="Arial"/>
              </a:rPr>
              <a:t>Fourth level</a:t>
            </a:r>
            <a:endParaRPr lang="en-US" sz="2400" b="0" u="none" strike="noStrike">
              <a:solidFill>
                <a:schemeClr val="lt1"/>
              </a:solidFill>
              <a:effectLst/>
              <a:uFillTx/>
              <a:latin typeface="Arial"/>
            </a:endParaRPr>
          </a:p>
          <a:p>
            <a:pPr marL="2057400" lvl="4" indent="-228600" algn="l" defTabSz="914400">
              <a:lnSpc>
                <a:spcPct val="90000"/>
              </a:lnSpc>
              <a:spcBef>
                <a:spcPts val="499"/>
              </a:spcBef>
              <a:buClr>
                <a:srgbClr val="FFFFFF"/>
              </a:buClr>
              <a:buFont typeface="Arial"/>
              <a:buChar char="•"/>
            </a:pPr>
            <a:r>
              <a:rPr lang="en-US" sz="2400" b="0" u="none" strike="noStrike">
                <a:solidFill>
                  <a:schemeClr val="lt1"/>
                </a:solidFill>
                <a:effectLst/>
                <a:uFillTx/>
                <a:latin typeface="Arial"/>
              </a:rPr>
              <a:t>Fifth level</a:t>
            </a:r>
            <a:endParaRPr lang="en-US" sz="2400" b="0" u="none" strike="noStrike">
              <a:solidFill>
                <a:schemeClr val="lt1"/>
              </a:solidFill>
              <a:effectLst/>
              <a:uFillTx/>
              <a:latin typeface="Arial"/>
            </a:endParaRPr>
          </a:p>
        </p:txBody>
      </p:sp>
      <p:sp>
        <p:nvSpPr>
          <p:cNvPr id="21" name="PlaceHolder 3">
            <a:extLst>
              <a:ext uri="{C183D7F6-B498-43B3-948B-1728B52AA6E4}">
                <adec:decorative xmlns:adec="http://schemas.microsoft.com/office/drawing/2017/decorative" val="1"/>
              </a:ext>
            </a:extLst>
          </p:cNvPr>
          <p:cNvSpPr>
            <a:spLocks noGrp="1"/>
          </p:cNvSpPr>
          <p:nvPr>
            <p:ph type="title"/>
          </p:nvPr>
        </p:nvSpPr>
        <p:spPr>
          <a:xfrm>
            <a:off x="468000" y="360000"/>
            <a:ext cx="11231280" cy="133128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GB" sz="4400" b="1" u="none" strike="noStrike">
                <a:solidFill>
                  <a:schemeClr val="dk2"/>
                </a:solidFill>
                <a:effectLst/>
                <a:uFillTx/>
                <a:latin typeface="Arial"/>
              </a:defRPr>
            </a:lvl1pPr>
          </a:lstStyle>
          <a:p>
            <a:pPr indent="0" algn="l" defTabSz="914400">
              <a:lnSpc>
                <a:spcPct val="90000"/>
              </a:lnSpc>
              <a:buNone/>
              <a:tabLst>
                <a:tab pos="0" algn="l"/>
              </a:tabLst>
            </a:pPr>
            <a:r>
              <a:rPr lang="en-GB" sz="4400" b="1" u="none" strike="noStrike">
                <a:solidFill>
                  <a:schemeClr val="dk2"/>
                </a:solidFill>
                <a:effectLst/>
                <a:uFillTx/>
                <a:latin typeface="Arial"/>
              </a:rPr>
              <a:t>Click to edit Master title style</a:t>
            </a:r>
            <a:endParaRPr lang="en-GB" sz="4400" b="1" u="none" strike="noStrike">
              <a:solidFill>
                <a:schemeClr val="dk2"/>
              </a:solidFill>
              <a:effectLst/>
              <a:uFillTx/>
              <a:latin typeface="Arial"/>
            </a:endParaRPr>
          </a:p>
        </p:txBody>
      </p:sp>
      <p:sp>
        <p:nvSpPr>
          <p:cNvPr id="22" name="TextBox 6" descr="CRICOS No. 00213J"/>
          <p:cNvSpPr/>
          <p:nvPr/>
        </p:nvSpPr>
        <p:spPr>
          <a:xfrm>
            <a:off x="345960" y="5861520"/>
            <a:ext cx="3101040" cy="183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600" b="0" u="none" strike="noStrike">
                <a:solidFill>
                  <a:schemeClr val="lt1">
                    <a:lumMod val="85000"/>
                  </a:schemeClr>
                </a:solidFill>
                <a:effectLst/>
                <a:uFillTx/>
                <a:latin typeface="Arial"/>
              </a:rPr>
              <a:t>TEQSA Provider ID PRV12079  Australian University | CRICOS No.00213J</a:t>
            </a:r>
            <a:endParaRPr lang="en-US" sz="600" b="0" u="none" strike="noStrik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hapter Page_A">
    <p:bg>
      <p:bgPr>
        <a:solidFill>
          <a:srgbClr val="FFFFFF"/>
        </a:solidFill>
      </p:bgPr>
    </p:bg>
    <p:spTree>
      <p:nvGrpSpPr>
        <p:cNvPr id="1" name=""/>
        <p:cNvGrpSpPr/>
        <p:nvPr/>
      </p:nvGrpSpPr>
      <p:grpSpPr>
        <a:xfrm>
          <a:off x="0" y="0"/>
          <a:ext cx="0" cy="0"/>
          <a:chOff x="0" y="0"/>
          <a:chExt cx="0" cy="0"/>
        </a:xfrm>
      </p:grpSpPr>
      <p:pic>
        <p:nvPicPr>
          <p:cNvPr id="23" name="Picture 6">
            <a:extLst>
              <a:ext uri="{C183D7F6-B498-43B3-948B-1728B52AA6E4}">
                <adec:decorative xmlns:adec="http://schemas.microsoft.com/office/drawing/2017/decorative" val="1"/>
              </a:ext>
            </a:extLst>
          </p:cNvPr>
          <p:cNvPicPr/>
          <p:nvPr/>
        </p:nvPicPr>
        <p:blipFill>
          <a:blip r:embed="rId2"/>
          <a:stretch/>
        </p:blipFill>
        <p:spPr>
          <a:xfrm>
            <a:off x="0" y="6080040"/>
            <a:ext cx="12191400" cy="777240"/>
          </a:xfrm>
          <a:prstGeom prst="rect">
            <a:avLst/>
          </a:prstGeom>
          <a:noFill/>
          <a:ln w="0">
            <a:noFill/>
          </a:ln>
        </p:spPr>
      </p:pic>
      <p:sp>
        <p:nvSpPr>
          <p:cNvPr id="24" name="TextBox 7" descr="CRICOS No. 00213J"/>
          <p:cNvSpPr/>
          <p:nvPr/>
        </p:nvSpPr>
        <p:spPr>
          <a:xfrm>
            <a:off x="345960" y="5861520"/>
            <a:ext cx="3101040" cy="183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600" b="0" u="none" strike="noStrike">
                <a:solidFill>
                  <a:schemeClr val="lt1">
                    <a:lumMod val="65000"/>
                  </a:schemeClr>
                </a:solidFill>
                <a:effectLst/>
                <a:uFillTx/>
                <a:latin typeface="Arial"/>
              </a:rPr>
              <a:t>TEQSA Provider ID PRV12079  Australian University | CRICOS No.00213J</a:t>
            </a:r>
            <a:endParaRPr lang="en-US" sz="600" b="0" u="none" strike="noStrike">
              <a:solidFill>
                <a:srgbClr val="000000"/>
              </a:solidFill>
              <a:effectLst/>
              <a:uFillTx/>
              <a:latin typeface="Arial"/>
            </a:endParaRPr>
          </a:p>
        </p:txBody>
      </p:sp>
      <p:sp>
        <p:nvSpPr>
          <p:cNvPr id="25" name="TextBox 8">
            <a:extLst>
              <a:ext uri="{C183D7F6-B498-43B3-948B-1728B52AA6E4}">
                <adec:decorative xmlns:adec="http://schemas.microsoft.com/office/drawing/2017/decorative" val="1"/>
              </a:ext>
            </a:extLst>
          </p:cNvPr>
          <p:cNvSpPr/>
          <p:nvPr/>
        </p:nvSpPr>
        <p:spPr>
          <a:xfrm>
            <a:off x="345960" y="6228360"/>
            <a:ext cx="6049080" cy="445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1200" b="1" u="none" strike="noStrike">
                <a:solidFill>
                  <a:schemeClr val="lt1"/>
                </a:solidFill>
                <a:effectLst/>
                <a:uFillTx/>
                <a:latin typeface="Arial"/>
              </a:rPr>
              <a:t>&lt;Add your team or unit name here&gt;</a:t>
            </a:r>
            <a:endParaRPr lang="en-US" sz="1200" b="0" u="none" strike="noStrike">
              <a:solidFill>
                <a:srgbClr val="000000"/>
              </a:solidFill>
              <a:effectLst/>
              <a:uFillTx/>
              <a:latin typeface="Arial"/>
            </a:endParaRPr>
          </a:p>
          <a:p>
            <a:pPr defTabSz="914400">
              <a:lnSpc>
                <a:spcPct val="100000"/>
              </a:lnSpc>
            </a:pPr>
            <a:r>
              <a:rPr lang="en-AU" sz="1100" b="0" u="none" strike="noStrike">
                <a:solidFill>
                  <a:schemeClr val="lt1"/>
                </a:solidFill>
                <a:effectLst/>
                <a:uFillTx/>
                <a:latin typeface="Arial"/>
              </a:rPr>
              <a:t>&lt;Add your department, faculty or division name here&gt;</a:t>
            </a:r>
            <a:endParaRPr lang="en-US" sz="1100" b="0" u="none" strike="noStrike">
              <a:solidFill>
                <a:srgbClr val="000000"/>
              </a:solidFill>
              <a:effectLst/>
              <a:uFillTx/>
              <a:latin typeface="Arial"/>
            </a:endParaRPr>
          </a:p>
        </p:txBody>
      </p:sp>
      <p:pic>
        <p:nvPicPr>
          <p:cNvPr id="26" name="Picture 13"/>
          <p:cNvPicPr/>
          <p:nvPr/>
        </p:nvPicPr>
        <p:blipFill>
          <a:blip r:embed="rId3"/>
          <a:stretch/>
        </p:blipFill>
        <p:spPr>
          <a:xfrm>
            <a:off x="11264040" y="6238080"/>
            <a:ext cx="467280" cy="467280"/>
          </a:xfrm>
          <a:prstGeom prst="rect">
            <a:avLst/>
          </a:prstGeom>
          <a:noFill/>
          <a:ln w="0">
            <a:noFill/>
          </a:ln>
        </p:spPr>
      </p:pic>
      <p:sp>
        <p:nvSpPr>
          <p:cNvPr id="27" name="Rectangle 1">
            <a:extLst>
              <a:ext uri="{C183D7F6-B498-43B3-948B-1728B52AA6E4}">
                <adec:decorative xmlns:adec="http://schemas.microsoft.com/office/drawing/2017/decorative" val="1"/>
              </a:ext>
            </a:extLst>
          </p:cNvPr>
          <p:cNvSpPr/>
          <p:nvPr/>
        </p:nvSpPr>
        <p:spPr>
          <a:xfrm>
            <a:off x="0" y="0"/>
            <a:ext cx="12191400" cy="6857280"/>
          </a:xfrm>
          <a:prstGeom prst="rect">
            <a:avLst/>
          </a:prstGeom>
          <a:solidFill>
            <a:srgbClr val="F2ECE5"/>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AU" sz="1800" b="0" u="none" strike="noStrike">
              <a:solidFill>
                <a:schemeClr val="lt1"/>
              </a:solidFill>
              <a:effectLst/>
              <a:uFillTx/>
              <a:latin typeface="Arial"/>
            </a:endParaRPr>
          </a:p>
        </p:txBody>
      </p:sp>
      <p:sp>
        <p:nvSpPr>
          <p:cNvPr id="28" name="PlaceHolder 1">
            <a:extLst>
              <a:ext uri="{C183D7F6-B498-43B3-948B-1728B52AA6E4}">
                <adec:decorative xmlns:adec="http://schemas.microsoft.com/office/drawing/2017/decorative" val="1"/>
              </a:ext>
            </a:extLst>
          </p:cNvPr>
          <p:cNvSpPr>
            <a:spLocks noGrp="1"/>
          </p:cNvSpPr>
          <p:nvPr>
            <p:ph type="body" hasCustomPrompt="1"/>
          </p:nvPr>
        </p:nvSpPr>
        <p:spPr>
          <a:xfrm>
            <a:off x="790920" y="4396320"/>
            <a:ext cx="7379640" cy="932760"/>
          </a:xfrm>
          <a:prstGeom prst="rect">
            <a:avLst/>
          </a:prstGeom>
          <a:noFill/>
          <a:ln w="0">
            <a:noFill/>
          </a:ln>
        </p:spPr>
        <p:txBody>
          <a:bodyPr lIns="91440" tIns="45720" rIns="91440" bIns="45720" anchor="t">
            <a:noAutofit/>
          </a:bodyPr>
          <a:lstStyle>
            <a:lvl1pPr marL="228600" indent="-228600" algn="l" defTabSz="914400">
              <a:lnSpc>
                <a:spcPct val="90000"/>
              </a:lnSpc>
              <a:spcBef>
                <a:spcPts val="1001"/>
              </a:spcBef>
              <a:buNone/>
              <a:tabLst>
                <a:tab pos="0" algn="l"/>
              </a:tabLst>
              <a:defRPr lang="en-US" sz="1800" b="0" u="none" strike="noStrike">
                <a:solidFill>
                  <a:srgbClr val="14265E"/>
                </a:solidFill>
                <a:effectLst/>
                <a:uFillTx/>
                <a:latin typeface="Arial"/>
              </a:defRPr>
            </a:lvl1pPr>
          </a:lstStyle>
          <a:p>
            <a:pPr marL="228600" indent="-228600" algn="l" defTabSz="914400">
              <a:lnSpc>
                <a:spcPct val="90000"/>
              </a:lnSpc>
              <a:spcBef>
                <a:spcPts val="1001"/>
              </a:spcBef>
              <a:buNone/>
              <a:tabLst>
                <a:tab pos="0" algn="l"/>
              </a:tabLst>
            </a:pPr>
            <a:r>
              <a:rPr lang="en-US" sz="1800" b="0" u="none" strike="noStrike">
                <a:solidFill>
                  <a:srgbClr val="14265E"/>
                </a:solidFill>
                <a:effectLst/>
                <a:uFillTx/>
                <a:latin typeface="Arial"/>
              </a:rPr>
              <a:t>Click to edit: Add your </a:t>
            </a:r>
            <a:r>
              <a:rPr lang="en-AU" sz="1800" b="0" u="none" strike="noStrike">
                <a:solidFill>
                  <a:srgbClr val="14265E"/>
                </a:solidFill>
                <a:effectLst/>
                <a:uFillTx/>
                <a:latin typeface="Arial"/>
              </a:rPr>
              <a:t>chapter description here</a:t>
            </a:r>
            <a:endParaRPr lang="en-US" sz="1800" b="0" u="none" strike="noStrike">
              <a:solidFill>
                <a:srgbClr val="14265E"/>
              </a:solidFill>
              <a:effectLst/>
              <a:uFillTx/>
              <a:latin typeface="Arial"/>
            </a:endParaRPr>
          </a:p>
        </p:txBody>
      </p:sp>
      <p:sp>
        <p:nvSpPr>
          <p:cNvPr id="29" name="PlaceHolder 2">
            <a:extLst>
              <a:ext uri="{C183D7F6-B498-43B3-948B-1728B52AA6E4}">
                <adec:decorative xmlns:adec="http://schemas.microsoft.com/office/drawing/2017/decorative" val="1"/>
              </a:ext>
            </a:extLst>
          </p:cNvPr>
          <p:cNvSpPr>
            <a:spLocks noGrp="1"/>
          </p:cNvSpPr>
          <p:nvPr>
            <p:ph type="title" hasCustomPrompt="1"/>
          </p:nvPr>
        </p:nvSpPr>
        <p:spPr>
          <a:xfrm>
            <a:off x="790920" y="2562480"/>
            <a:ext cx="7379640" cy="1833120"/>
          </a:xfrm>
          <a:prstGeom prst="rect">
            <a:avLst/>
          </a:prstGeom>
          <a:noFill/>
          <a:ln w="0">
            <a:noFill/>
          </a:ln>
        </p:spPr>
        <p:txBody>
          <a:bodyPr lIns="91440" tIns="45720" rIns="91440" bIns="45720" anchor="b">
            <a:normAutofit/>
          </a:bodyPr>
          <a:lstStyle>
            <a:lvl1pPr indent="0" algn="l" defTabSz="914400">
              <a:lnSpc>
                <a:spcPct val="90000"/>
              </a:lnSpc>
              <a:buNone/>
              <a:tabLst>
                <a:tab pos="0" algn="l"/>
              </a:tabLst>
              <a:defRPr lang="en-US" sz="5400" b="1" u="none" strike="noStrike">
                <a:solidFill>
                  <a:srgbClr val="14265E"/>
                </a:solidFill>
                <a:effectLst/>
                <a:uFillTx/>
                <a:latin typeface="Arial"/>
              </a:defRPr>
            </a:lvl1pPr>
          </a:lstStyle>
          <a:p>
            <a:pPr indent="0" algn="l" defTabSz="914400">
              <a:lnSpc>
                <a:spcPct val="90000"/>
              </a:lnSpc>
              <a:buNone/>
              <a:tabLst>
                <a:tab pos="0" algn="l"/>
              </a:tabLst>
            </a:pPr>
            <a:r>
              <a:rPr lang="en-US" sz="5400" b="1" u="none" strike="noStrike">
                <a:solidFill>
                  <a:srgbClr val="14265E"/>
                </a:solidFill>
                <a:effectLst/>
                <a:uFillTx/>
                <a:latin typeface="Arial"/>
              </a:rPr>
              <a:t>Click to edit: Chapter Title</a:t>
            </a:r>
            <a:endParaRPr lang="en-US" sz="5400" b="1" u="none" strike="noStrike">
              <a:solidFill>
                <a:srgbClr val="14265E"/>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hapter Page_B">
    <p:bg>
      <p:bgPr>
        <a:solidFill>
          <a:srgbClr val="FFFFFF"/>
        </a:solidFill>
      </p:bgPr>
    </p:bg>
    <p:spTree>
      <p:nvGrpSpPr>
        <p:cNvPr id="1" name=""/>
        <p:cNvGrpSpPr/>
        <p:nvPr/>
      </p:nvGrpSpPr>
      <p:grpSpPr>
        <a:xfrm>
          <a:off x="0" y="0"/>
          <a:ext cx="0" cy="0"/>
          <a:chOff x="0" y="0"/>
          <a:chExt cx="0" cy="0"/>
        </a:xfrm>
      </p:grpSpPr>
      <p:pic>
        <p:nvPicPr>
          <p:cNvPr id="30" name="Picture 6">
            <a:extLst>
              <a:ext uri="{C183D7F6-B498-43B3-948B-1728B52AA6E4}">
                <adec:decorative xmlns:adec="http://schemas.microsoft.com/office/drawing/2017/decorative" val="1"/>
              </a:ext>
            </a:extLst>
          </p:cNvPr>
          <p:cNvPicPr/>
          <p:nvPr/>
        </p:nvPicPr>
        <p:blipFill>
          <a:blip r:embed="rId2"/>
          <a:stretch/>
        </p:blipFill>
        <p:spPr>
          <a:xfrm>
            <a:off x="0" y="6080040"/>
            <a:ext cx="12191400" cy="777240"/>
          </a:xfrm>
          <a:prstGeom prst="rect">
            <a:avLst/>
          </a:prstGeom>
          <a:noFill/>
          <a:ln w="0">
            <a:noFill/>
          </a:ln>
        </p:spPr>
      </p:pic>
      <p:sp>
        <p:nvSpPr>
          <p:cNvPr id="31" name="TextBox 7" descr="CRICOS No. 00213J"/>
          <p:cNvSpPr/>
          <p:nvPr/>
        </p:nvSpPr>
        <p:spPr>
          <a:xfrm>
            <a:off x="345960" y="5861520"/>
            <a:ext cx="3101040" cy="183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600" b="0" u="none" strike="noStrike">
                <a:solidFill>
                  <a:schemeClr val="lt1">
                    <a:lumMod val="65000"/>
                  </a:schemeClr>
                </a:solidFill>
                <a:effectLst/>
                <a:uFillTx/>
                <a:latin typeface="Arial"/>
              </a:rPr>
              <a:t>TEQSA Provider ID PRV12079  Australian University | CRICOS No.00213J</a:t>
            </a:r>
            <a:endParaRPr lang="en-US" sz="600" b="0" u="none" strike="noStrike">
              <a:solidFill>
                <a:srgbClr val="000000"/>
              </a:solidFill>
              <a:effectLst/>
              <a:uFillTx/>
              <a:latin typeface="Arial"/>
            </a:endParaRPr>
          </a:p>
        </p:txBody>
      </p:sp>
      <p:sp>
        <p:nvSpPr>
          <p:cNvPr id="32" name="TextBox 8">
            <a:extLst>
              <a:ext uri="{C183D7F6-B498-43B3-948B-1728B52AA6E4}">
                <adec:decorative xmlns:adec="http://schemas.microsoft.com/office/drawing/2017/decorative" val="1"/>
              </a:ext>
            </a:extLst>
          </p:cNvPr>
          <p:cNvSpPr/>
          <p:nvPr/>
        </p:nvSpPr>
        <p:spPr>
          <a:xfrm>
            <a:off x="345960" y="6228360"/>
            <a:ext cx="6049080" cy="445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1200" b="1" u="none" strike="noStrike">
                <a:solidFill>
                  <a:schemeClr val="lt1"/>
                </a:solidFill>
                <a:effectLst/>
                <a:uFillTx/>
                <a:latin typeface="Arial"/>
              </a:rPr>
              <a:t>&lt;Add your team or unit name here&gt;</a:t>
            </a:r>
            <a:endParaRPr lang="en-US" sz="1200" b="0" u="none" strike="noStrike">
              <a:solidFill>
                <a:srgbClr val="000000"/>
              </a:solidFill>
              <a:effectLst/>
              <a:uFillTx/>
              <a:latin typeface="Arial"/>
            </a:endParaRPr>
          </a:p>
          <a:p>
            <a:pPr defTabSz="914400">
              <a:lnSpc>
                <a:spcPct val="100000"/>
              </a:lnSpc>
            </a:pPr>
            <a:r>
              <a:rPr lang="en-AU" sz="1100" b="0" u="none" strike="noStrike">
                <a:solidFill>
                  <a:schemeClr val="lt1"/>
                </a:solidFill>
                <a:effectLst/>
                <a:uFillTx/>
                <a:latin typeface="Arial"/>
              </a:rPr>
              <a:t>&lt;Add your department, faculty or division name here&gt;</a:t>
            </a:r>
            <a:endParaRPr lang="en-US" sz="1100" b="0" u="none" strike="noStrike">
              <a:solidFill>
                <a:srgbClr val="000000"/>
              </a:solidFill>
              <a:effectLst/>
              <a:uFillTx/>
              <a:latin typeface="Arial"/>
            </a:endParaRPr>
          </a:p>
        </p:txBody>
      </p:sp>
      <p:pic>
        <p:nvPicPr>
          <p:cNvPr id="33" name="Picture 13"/>
          <p:cNvPicPr/>
          <p:nvPr/>
        </p:nvPicPr>
        <p:blipFill>
          <a:blip r:embed="rId3"/>
          <a:stretch/>
        </p:blipFill>
        <p:spPr>
          <a:xfrm>
            <a:off x="11264040" y="6238080"/>
            <a:ext cx="467280" cy="467280"/>
          </a:xfrm>
          <a:prstGeom prst="rect">
            <a:avLst/>
          </a:prstGeom>
          <a:noFill/>
          <a:ln w="0">
            <a:noFill/>
          </a:ln>
        </p:spPr>
      </p:pic>
      <p:sp>
        <p:nvSpPr>
          <p:cNvPr id="34" name="Rectangle 1">
            <a:extLst>
              <a:ext uri="{C183D7F6-B498-43B3-948B-1728B52AA6E4}">
                <adec:decorative xmlns:adec="http://schemas.microsoft.com/office/drawing/2017/decorative" val="1"/>
              </a:ext>
            </a:extLst>
          </p:cNvPr>
          <p:cNvSpPr/>
          <p:nvPr/>
        </p:nvSpPr>
        <p:spPr>
          <a:xfrm>
            <a:off x="0" y="0"/>
            <a:ext cx="12191400" cy="6857280"/>
          </a:xfrm>
          <a:prstGeom prst="rect">
            <a:avLst/>
          </a:prstGeom>
          <a:solidFill>
            <a:srgbClr val="14265E"/>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AU" sz="1800" b="0" u="none" strike="noStrike">
              <a:solidFill>
                <a:schemeClr val="lt1"/>
              </a:solidFill>
              <a:effectLst/>
              <a:uFillTx/>
              <a:latin typeface="Arial"/>
            </a:endParaRPr>
          </a:p>
        </p:txBody>
      </p:sp>
      <p:sp>
        <p:nvSpPr>
          <p:cNvPr id="35" name="PlaceHolder 1">
            <a:extLst>
              <a:ext uri="{C183D7F6-B498-43B3-948B-1728B52AA6E4}">
                <adec:decorative xmlns:adec="http://schemas.microsoft.com/office/drawing/2017/decorative" val="1"/>
              </a:ext>
            </a:extLst>
          </p:cNvPr>
          <p:cNvSpPr>
            <a:spLocks noGrp="1"/>
          </p:cNvSpPr>
          <p:nvPr>
            <p:ph type="body" hasCustomPrompt="1"/>
          </p:nvPr>
        </p:nvSpPr>
        <p:spPr>
          <a:xfrm>
            <a:off x="790920" y="4396320"/>
            <a:ext cx="7379640" cy="932760"/>
          </a:xfrm>
          <a:prstGeom prst="rect">
            <a:avLst/>
          </a:prstGeom>
          <a:noFill/>
          <a:ln w="0">
            <a:noFill/>
          </a:ln>
        </p:spPr>
        <p:txBody>
          <a:bodyPr lIns="91440" tIns="45720" rIns="91440" bIns="45720" anchor="t">
            <a:noAutofit/>
          </a:bodyPr>
          <a:lstStyle>
            <a:lvl1pPr marL="228600" indent="-228600" algn="l" defTabSz="914400">
              <a:lnSpc>
                <a:spcPct val="90000"/>
              </a:lnSpc>
              <a:spcBef>
                <a:spcPts val="1001"/>
              </a:spcBef>
              <a:buNone/>
              <a:tabLst>
                <a:tab pos="0" algn="l"/>
              </a:tabLst>
              <a:defRPr lang="en-US" sz="1800" b="0" u="none" strike="noStrike">
                <a:solidFill>
                  <a:schemeClr val="lt1"/>
                </a:solidFill>
                <a:effectLst/>
                <a:uFillTx/>
                <a:latin typeface="Arial"/>
              </a:defRPr>
            </a:lvl1pPr>
          </a:lstStyle>
          <a:p>
            <a:pPr marL="228600" indent="-228600" algn="l" defTabSz="914400">
              <a:lnSpc>
                <a:spcPct val="90000"/>
              </a:lnSpc>
              <a:spcBef>
                <a:spcPts val="1001"/>
              </a:spcBef>
              <a:buNone/>
              <a:tabLst>
                <a:tab pos="0" algn="l"/>
              </a:tabLst>
            </a:pPr>
            <a:r>
              <a:rPr lang="en-US" sz="1800" b="0" u="none" strike="noStrike">
                <a:solidFill>
                  <a:schemeClr val="lt1"/>
                </a:solidFill>
                <a:effectLst/>
                <a:uFillTx/>
                <a:latin typeface="Arial"/>
              </a:rPr>
              <a:t>Click to edit: Add your </a:t>
            </a:r>
            <a:r>
              <a:rPr lang="en-AU" sz="1800" b="0" u="none" strike="noStrike">
                <a:solidFill>
                  <a:schemeClr val="lt1"/>
                </a:solidFill>
                <a:effectLst/>
                <a:uFillTx/>
                <a:latin typeface="Arial"/>
              </a:rPr>
              <a:t>chapter description here</a:t>
            </a:r>
            <a:endParaRPr lang="en-US" sz="1800" b="0" u="none" strike="noStrike">
              <a:solidFill>
                <a:schemeClr val="lt1"/>
              </a:solidFill>
              <a:effectLst/>
              <a:uFillTx/>
              <a:latin typeface="Arial"/>
            </a:endParaRPr>
          </a:p>
        </p:txBody>
      </p:sp>
      <p:sp>
        <p:nvSpPr>
          <p:cNvPr id="36" name="PlaceHolder 2">
            <a:extLst>
              <a:ext uri="{C183D7F6-B498-43B3-948B-1728B52AA6E4}">
                <adec:decorative xmlns:adec="http://schemas.microsoft.com/office/drawing/2017/decorative" val="1"/>
              </a:ext>
            </a:extLst>
          </p:cNvPr>
          <p:cNvSpPr>
            <a:spLocks noGrp="1"/>
          </p:cNvSpPr>
          <p:nvPr>
            <p:ph type="title" hasCustomPrompt="1"/>
          </p:nvPr>
        </p:nvSpPr>
        <p:spPr>
          <a:xfrm>
            <a:off x="790920" y="2562480"/>
            <a:ext cx="7379640" cy="1833120"/>
          </a:xfrm>
          <a:prstGeom prst="rect">
            <a:avLst/>
          </a:prstGeom>
          <a:noFill/>
          <a:ln w="0">
            <a:noFill/>
          </a:ln>
        </p:spPr>
        <p:txBody>
          <a:bodyPr lIns="91440" tIns="45720" rIns="91440" bIns="45720" anchor="b">
            <a:normAutofit/>
          </a:bodyPr>
          <a:lstStyle>
            <a:lvl1pPr indent="0" algn="l" defTabSz="914400">
              <a:lnSpc>
                <a:spcPct val="90000"/>
              </a:lnSpc>
              <a:buNone/>
              <a:tabLst>
                <a:tab pos="0" algn="l"/>
              </a:tabLst>
              <a:defRPr lang="en-US" sz="5400" b="1" u="none" strike="noStrike">
                <a:solidFill>
                  <a:schemeClr val="lt1"/>
                </a:solidFill>
                <a:effectLst/>
                <a:uFillTx/>
                <a:latin typeface="Arial"/>
              </a:defRPr>
            </a:lvl1pPr>
          </a:lstStyle>
          <a:p>
            <a:pPr indent="0" algn="l" defTabSz="914400">
              <a:lnSpc>
                <a:spcPct val="90000"/>
              </a:lnSpc>
              <a:buNone/>
              <a:tabLst>
                <a:tab pos="0" algn="l"/>
              </a:tabLst>
            </a:pPr>
            <a:r>
              <a:rPr lang="en-US" sz="5400" b="1" u="none" strike="noStrike">
                <a:solidFill>
                  <a:schemeClr val="lt1"/>
                </a:solidFill>
                <a:effectLst/>
                <a:uFillTx/>
                <a:latin typeface="Arial"/>
              </a:rPr>
              <a:t>Click to edit: Chapter Title</a:t>
            </a:r>
            <a:endParaRPr lang="en-US" sz="5400" b="1" u="none" strike="noStrike">
              <a:solidFill>
                <a:schemeClr val="lt1"/>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Acknowledgement Slide">
    <p:bg>
      <p:bgPr>
        <a:solidFill>
          <a:srgbClr val="FFFFFF"/>
        </a:solidFill>
      </p:bgPr>
    </p:bg>
    <p:spTree>
      <p:nvGrpSpPr>
        <p:cNvPr id="1" name=""/>
        <p:cNvGrpSpPr/>
        <p:nvPr/>
      </p:nvGrpSpPr>
      <p:grpSpPr>
        <a:xfrm>
          <a:off x="0" y="0"/>
          <a:ext cx="0" cy="0"/>
          <a:chOff x="0" y="0"/>
          <a:chExt cx="0" cy="0"/>
        </a:xfrm>
      </p:grpSpPr>
      <p:pic>
        <p:nvPicPr>
          <p:cNvPr id="37" name="Picture 6">
            <a:extLst>
              <a:ext uri="{C183D7F6-B498-43B3-948B-1728B52AA6E4}">
                <adec:decorative xmlns:adec="http://schemas.microsoft.com/office/drawing/2017/decorative" val="1"/>
              </a:ext>
            </a:extLst>
          </p:cNvPr>
          <p:cNvPicPr/>
          <p:nvPr/>
        </p:nvPicPr>
        <p:blipFill>
          <a:blip r:embed="rId2"/>
          <a:stretch/>
        </p:blipFill>
        <p:spPr>
          <a:xfrm>
            <a:off x="0" y="6080040"/>
            <a:ext cx="12191400" cy="777240"/>
          </a:xfrm>
          <a:prstGeom prst="rect">
            <a:avLst/>
          </a:prstGeom>
          <a:noFill/>
          <a:ln w="0">
            <a:noFill/>
          </a:ln>
        </p:spPr>
      </p:pic>
      <p:sp>
        <p:nvSpPr>
          <p:cNvPr id="38" name="TextBox 7" descr="CRICOS No. 00213J"/>
          <p:cNvSpPr/>
          <p:nvPr/>
        </p:nvSpPr>
        <p:spPr>
          <a:xfrm>
            <a:off x="345960" y="5861520"/>
            <a:ext cx="3101040" cy="183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600" b="0" u="none" strike="noStrike">
                <a:solidFill>
                  <a:schemeClr val="lt1">
                    <a:lumMod val="65000"/>
                  </a:schemeClr>
                </a:solidFill>
                <a:effectLst/>
                <a:uFillTx/>
                <a:latin typeface="Arial"/>
              </a:rPr>
              <a:t>TEQSA Provider ID PRV12079  Australian University | CRICOS No.00213J</a:t>
            </a:r>
            <a:endParaRPr lang="en-US" sz="600" b="0" u="none" strike="noStrike">
              <a:solidFill>
                <a:srgbClr val="000000"/>
              </a:solidFill>
              <a:effectLst/>
              <a:uFillTx/>
              <a:latin typeface="Arial"/>
            </a:endParaRPr>
          </a:p>
        </p:txBody>
      </p:sp>
      <p:sp>
        <p:nvSpPr>
          <p:cNvPr id="39" name="TextBox 8">
            <a:extLst>
              <a:ext uri="{C183D7F6-B498-43B3-948B-1728B52AA6E4}">
                <adec:decorative xmlns:adec="http://schemas.microsoft.com/office/drawing/2017/decorative" val="1"/>
              </a:ext>
            </a:extLst>
          </p:cNvPr>
          <p:cNvSpPr/>
          <p:nvPr/>
        </p:nvSpPr>
        <p:spPr>
          <a:xfrm>
            <a:off x="345960" y="6228360"/>
            <a:ext cx="6049080" cy="445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1200" b="1" u="none" strike="noStrike">
                <a:solidFill>
                  <a:schemeClr val="lt1"/>
                </a:solidFill>
                <a:effectLst/>
                <a:uFillTx/>
                <a:latin typeface="Arial"/>
              </a:rPr>
              <a:t>&lt;Add your team or unit name here&gt;</a:t>
            </a:r>
            <a:endParaRPr lang="en-US" sz="1200" b="0" u="none" strike="noStrike">
              <a:solidFill>
                <a:srgbClr val="000000"/>
              </a:solidFill>
              <a:effectLst/>
              <a:uFillTx/>
              <a:latin typeface="Arial"/>
            </a:endParaRPr>
          </a:p>
          <a:p>
            <a:pPr defTabSz="914400">
              <a:lnSpc>
                <a:spcPct val="100000"/>
              </a:lnSpc>
            </a:pPr>
            <a:r>
              <a:rPr lang="en-AU" sz="1100" b="0" u="none" strike="noStrike">
                <a:solidFill>
                  <a:schemeClr val="lt1"/>
                </a:solidFill>
                <a:effectLst/>
                <a:uFillTx/>
                <a:latin typeface="Arial"/>
              </a:rPr>
              <a:t>&lt;Add your department, faculty or division name here&gt;</a:t>
            </a:r>
            <a:endParaRPr lang="en-US" sz="1100" b="0" u="none" strike="noStrike">
              <a:solidFill>
                <a:srgbClr val="000000"/>
              </a:solidFill>
              <a:effectLst/>
              <a:uFillTx/>
              <a:latin typeface="Arial"/>
            </a:endParaRPr>
          </a:p>
        </p:txBody>
      </p:sp>
      <p:pic>
        <p:nvPicPr>
          <p:cNvPr id="40" name="Picture 13"/>
          <p:cNvPicPr/>
          <p:nvPr/>
        </p:nvPicPr>
        <p:blipFill>
          <a:blip r:embed="rId3"/>
          <a:stretch/>
        </p:blipFill>
        <p:spPr>
          <a:xfrm>
            <a:off x="11264040" y="6238080"/>
            <a:ext cx="467280" cy="467280"/>
          </a:xfrm>
          <a:prstGeom prst="rect">
            <a:avLst/>
          </a:prstGeom>
          <a:noFill/>
          <a:ln w="0">
            <a:noFill/>
          </a:ln>
        </p:spPr>
      </p:pic>
      <p:pic>
        <p:nvPicPr>
          <p:cNvPr id="41" name="Picture 5"/>
          <p:cNvPicPr/>
          <p:nvPr/>
        </p:nvPicPr>
        <p:blipFill>
          <a:blip r:embed="rId4"/>
          <a:stretch/>
        </p:blipFill>
        <p:spPr>
          <a:xfrm>
            <a:off x="0" y="0"/>
            <a:ext cx="12191400" cy="6857280"/>
          </a:xfrm>
          <a:prstGeom prst="rect">
            <a:avLst/>
          </a:prstGeom>
          <a:noFill/>
          <a:ln w="0">
            <a:noFill/>
          </a:ln>
        </p:spPr>
      </p:pic>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hapter Page_C">
    <p:bg>
      <p:bgPr>
        <a:solidFill>
          <a:srgbClr val="FFFFFF"/>
        </a:solidFill>
      </p:bgPr>
    </p:bg>
    <p:spTree>
      <p:nvGrpSpPr>
        <p:cNvPr id="1" name=""/>
        <p:cNvGrpSpPr/>
        <p:nvPr/>
      </p:nvGrpSpPr>
      <p:grpSpPr>
        <a:xfrm>
          <a:off x="0" y="0"/>
          <a:ext cx="0" cy="0"/>
          <a:chOff x="0" y="0"/>
          <a:chExt cx="0" cy="0"/>
        </a:xfrm>
      </p:grpSpPr>
      <p:pic>
        <p:nvPicPr>
          <p:cNvPr id="42" name="Picture 6">
            <a:extLst>
              <a:ext uri="{C183D7F6-B498-43B3-948B-1728B52AA6E4}">
                <adec:decorative xmlns:adec="http://schemas.microsoft.com/office/drawing/2017/decorative" val="1"/>
              </a:ext>
            </a:extLst>
          </p:cNvPr>
          <p:cNvPicPr/>
          <p:nvPr/>
        </p:nvPicPr>
        <p:blipFill>
          <a:blip r:embed="rId2"/>
          <a:stretch/>
        </p:blipFill>
        <p:spPr>
          <a:xfrm>
            <a:off x="0" y="6080040"/>
            <a:ext cx="12191400" cy="777240"/>
          </a:xfrm>
          <a:prstGeom prst="rect">
            <a:avLst/>
          </a:prstGeom>
          <a:noFill/>
          <a:ln w="0">
            <a:noFill/>
          </a:ln>
        </p:spPr>
      </p:pic>
      <p:sp>
        <p:nvSpPr>
          <p:cNvPr id="43" name="TextBox 7" descr="CRICOS No. 00213J"/>
          <p:cNvSpPr/>
          <p:nvPr/>
        </p:nvSpPr>
        <p:spPr>
          <a:xfrm>
            <a:off x="345960" y="5861520"/>
            <a:ext cx="3101040" cy="183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600" b="0" u="none" strike="noStrike">
                <a:solidFill>
                  <a:schemeClr val="lt1">
                    <a:lumMod val="65000"/>
                  </a:schemeClr>
                </a:solidFill>
                <a:effectLst/>
                <a:uFillTx/>
                <a:latin typeface="Arial"/>
              </a:rPr>
              <a:t>TEQSA Provider ID PRV12079  Australian University | CRICOS No.00213J</a:t>
            </a:r>
            <a:endParaRPr lang="en-US" sz="600" b="0" u="none" strike="noStrike">
              <a:solidFill>
                <a:srgbClr val="000000"/>
              </a:solidFill>
              <a:effectLst/>
              <a:uFillTx/>
              <a:latin typeface="Arial"/>
            </a:endParaRPr>
          </a:p>
        </p:txBody>
      </p:sp>
      <p:sp>
        <p:nvSpPr>
          <p:cNvPr id="44" name="TextBox 8">
            <a:extLst>
              <a:ext uri="{C183D7F6-B498-43B3-948B-1728B52AA6E4}">
                <adec:decorative xmlns:adec="http://schemas.microsoft.com/office/drawing/2017/decorative" val="1"/>
              </a:ext>
            </a:extLst>
          </p:cNvPr>
          <p:cNvSpPr/>
          <p:nvPr/>
        </p:nvSpPr>
        <p:spPr>
          <a:xfrm>
            <a:off x="345960" y="6228360"/>
            <a:ext cx="6049080" cy="445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1200" b="1" u="none" strike="noStrike">
                <a:solidFill>
                  <a:schemeClr val="lt1"/>
                </a:solidFill>
                <a:effectLst/>
                <a:uFillTx/>
                <a:latin typeface="Arial"/>
              </a:rPr>
              <a:t>&lt;Add your team or unit name here&gt;</a:t>
            </a:r>
            <a:endParaRPr lang="en-US" sz="1200" b="0" u="none" strike="noStrike">
              <a:solidFill>
                <a:srgbClr val="000000"/>
              </a:solidFill>
              <a:effectLst/>
              <a:uFillTx/>
              <a:latin typeface="Arial"/>
            </a:endParaRPr>
          </a:p>
          <a:p>
            <a:pPr defTabSz="914400">
              <a:lnSpc>
                <a:spcPct val="100000"/>
              </a:lnSpc>
            </a:pPr>
            <a:r>
              <a:rPr lang="en-AU" sz="1100" b="0" u="none" strike="noStrike">
                <a:solidFill>
                  <a:schemeClr val="lt1"/>
                </a:solidFill>
                <a:effectLst/>
                <a:uFillTx/>
                <a:latin typeface="Arial"/>
              </a:rPr>
              <a:t>&lt;Add your department, faculty or division name here&gt;</a:t>
            </a:r>
            <a:endParaRPr lang="en-US" sz="1100" b="0" u="none" strike="noStrike">
              <a:solidFill>
                <a:srgbClr val="000000"/>
              </a:solidFill>
              <a:effectLst/>
              <a:uFillTx/>
              <a:latin typeface="Arial"/>
            </a:endParaRPr>
          </a:p>
        </p:txBody>
      </p:sp>
      <p:pic>
        <p:nvPicPr>
          <p:cNvPr id="45" name="Picture 13"/>
          <p:cNvPicPr/>
          <p:nvPr/>
        </p:nvPicPr>
        <p:blipFill>
          <a:blip r:embed="rId3"/>
          <a:stretch/>
        </p:blipFill>
        <p:spPr>
          <a:xfrm>
            <a:off x="11264040" y="6238080"/>
            <a:ext cx="467280" cy="467280"/>
          </a:xfrm>
          <a:prstGeom prst="rect">
            <a:avLst/>
          </a:prstGeom>
          <a:noFill/>
          <a:ln w="0">
            <a:noFill/>
          </a:ln>
        </p:spPr>
      </p:pic>
      <p:sp>
        <p:nvSpPr>
          <p:cNvPr id="46" name="Rectangle 1">
            <a:extLst>
              <a:ext uri="{C183D7F6-B498-43B3-948B-1728B52AA6E4}">
                <adec:decorative xmlns:adec="http://schemas.microsoft.com/office/drawing/2017/decorative" val="1"/>
              </a:ext>
            </a:extLst>
          </p:cNvPr>
          <p:cNvSpPr/>
          <p:nvPr/>
        </p:nvSpPr>
        <p:spPr>
          <a:xfrm>
            <a:off x="0" y="0"/>
            <a:ext cx="12191400" cy="6857280"/>
          </a:xfrm>
          <a:prstGeom prst="rect">
            <a:avLst/>
          </a:prstGeom>
          <a:solidFill>
            <a:srgbClr val="0A1533"/>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AU" sz="1800" b="0" u="none" strike="noStrike">
              <a:solidFill>
                <a:schemeClr val="lt1"/>
              </a:solidFill>
              <a:effectLst/>
              <a:uFillTx/>
              <a:latin typeface="Arial"/>
            </a:endParaRPr>
          </a:p>
        </p:txBody>
      </p:sp>
      <p:sp>
        <p:nvSpPr>
          <p:cNvPr id="47" name="PlaceHolder 1">
            <a:extLst>
              <a:ext uri="{C183D7F6-B498-43B3-948B-1728B52AA6E4}">
                <adec:decorative xmlns:adec="http://schemas.microsoft.com/office/drawing/2017/decorative" val="1"/>
              </a:ext>
            </a:extLst>
          </p:cNvPr>
          <p:cNvSpPr>
            <a:spLocks noGrp="1"/>
          </p:cNvSpPr>
          <p:nvPr>
            <p:ph type="body" hasCustomPrompt="1"/>
          </p:nvPr>
        </p:nvSpPr>
        <p:spPr>
          <a:xfrm>
            <a:off x="790920" y="4396320"/>
            <a:ext cx="7379640" cy="932760"/>
          </a:xfrm>
          <a:prstGeom prst="rect">
            <a:avLst/>
          </a:prstGeom>
          <a:noFill/>
          <a:ln w="0">
            <a:noFill/>
          </a:ln>
        </p:spPr>
        <p:txBody>
          <a:bodyPr lIns="91440" tIns="45720" rIns="91440" bIns="45720" anchor="t">
            <a:noAutofit/>
          </a:bodyPr>
          <a:lstStyle>
            <a:lvl1pPr marL="228600" indent="-228600" algn="l" defTabSz="914400">
              <a:lnSpc>
                <a:spcPct val="90000"/>
              </a:lnSpc>
              <a:spcBef>
                <a:spcPts val="1001"/>
              </a:spcBef>
              <a:buNone/>
              <a:tabLst>
                <a:tab pos="0" algn="l"/>
              </a:tabLst>
              <a:defRPr lang="en-US" sz="1800" b="0" u="none" strike="noStrike">
                <a:solidFill>
                  <a:schemeClr val="lt1"/>
                </a:solidFill>
                <a:effectLst/>
                <a:uFillTx/>
                <a:latin typeface="Arial"/>
              </a:defRPr>
            </a:lvl1pPr>
          </a:lstStyle>
          <a:p>
            <a:pPr marL="228600" indent="-228600" algn="l" defTabSz="914400">
              <a:lnSpc>
                <a:spcPct val="90000"/>
              </a:lnSpc>
              <a:spcBef>
                <a:spcPts val="1001"/>
              </a:spcBef>
              <a:buNone/>
              <a:tabLst>
                <a:tab pos="0" algn="l"/>
              </a:tabLst>
            </a:pPr>
            <a:r>
              <a:rPr lang="en-US" sz="1800" b="0" u="none" strike="noStrike">
                <a:solidFill>
                  <a:schemeClr val="lt1"/>
                </a:solidFill>
                <a:effectLst/>
                <a:uFillTx/>
                <a:latin typeface="Arial"/>
              </a:rPr>
              <a:t>Click to edit: Add your </a:t>
            </a:r>
            <a:r>
              <a:rPr lang="en-AU" sz="1800" b="0" u="none" strike="noStrike">
                <a:solidFill>
                  <a:schemeClr val="lt1"/>
                </a:solidFill>
                <a:effectLst/>
                <a:uFillTx/>
                <a:latin typeface="Arial"/>
              </a:rPr>
              <a:t>chapter description here</a:t>
            </a:r>
            <a:endParaRPr lang="en-US" sz="1800" b="0" u="none" strike="noStrike">
              <a:solidFill>
                <a:schemeClr val="lt1"/>
              </a:solidFill>
              <a:effectLst/>
              <a:uFillTx/>
              <a:latin typeface="Arial"/>
            </a:endParaRPr>
          </a:p>
        </p:txBody>
      </p:sp>
      <p:sp>
        <p:nvSpPr>
          <p:cNvPr id="48" name="PlaceHolder 2">
            <a:extLst>
              <a:ext uri="{C183D7F6-B498-43B3-948B-1728B52AA6E4}">
                <adec:decorative xmlns:adec="http://schemas.microsoft.com/office/drawing/2017/decorative" val="1"/>
              </a:ext>
            </a:extLst>
          </p:cNvPr>
          <p:cNvSpPr>
            <a:spLocks noGrp="1"/>
          </p:cNvSpPr>
          <p:nvPr>
            <p:ph type="title" hasCustomPrompt="1"/>
          </p:nvPr>
        </p:nvSpPr>
        <p:spPr>
          <a:xfrm>
            <a:off x="790920" y="2562480"/>
            <a:ext cx="7379640" cy="1833120"/>
          </a:xfrm>
          <a:prstGeom prst="rect">
            <a:avLst/>
          </a:prstGeom>
          <a:noFill/>
          <a:ln w="0">
            <a:noFill/>
          </a:ln>
        </p:spPr>
        <p:txBody>
          <a:bodyPr lIns="91440" tIns="45720" rIns="91440" bIns="45720" anchor="b">
            <a:normAutofit/>
          </a:bodyPr>
          <a:lstStyle>
            <a:lvl1pPr indent="0" algn="l" defTabSz="914400">
              <a:lnSpc>
                <a:spcPct val="90000"/>
              </a:lnSpc>
              <a:buNone/>
              <a:tabLst>
                <a:tab pos="0" algn="l"/>
              </a:tabLst>
              <a:defRPr lang="en-US" sz="5400" b="1" u="none" strike="noStrike">
                <a:solidFill>
                  <a:schemeClr val="lt1"/>
                </a:solidFill>
                <a:effectLst/>
                <a:uFillTx/>
                <a:latin typeface="Arial"/>
              </a:defRPr>
            </a:lvl1pPr>
          </a:lstStyle>
          <a:p>
            <a:pPr indent="0" algn="l" defTabSz="914400">
              <a:lnSpc>
                <a:spcPct val="90000"/>
              </a:lnSpc>
              <a:buNone/>
              <a:tabLst>
                <a:tab pos="0" algn="l"/>
              </a:tabLst>
            </a:pPr>
            <a:r>
              <a:rPr lang="en-US" sz="5400" b="1" u="none" strike="noStrike">
                <a:solidFill>
                  <a:schemeClr val="lt1"/>
                </a:solidFill>
                <a:effectLst/>
                <a:uFillTx/>
                <a:latin typeface="Arial"/>
              </a:rPr>
              <a:t>Click to edit: Chapter Title</a:t>
            </a:r>
            <a:endParaRPr lang="en-US" sz="5400" b="1" u="none" strike="noStrike">
              <a:solidFill>
                <a:schemeClr val="lt1"/>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hapter Page_D">
    <p:bg>
      <p:bgPr>
        <a:solidFill>
          <a:srgbClr val="FFFFFF"/>
        </a:solidFill>
      </p:bgPr>
    </p:bg>
    <p:spTree>
      <p:nvGrpSpPr>
        <p:cNvPr id="1" name=""/>
        <p:cNvGrpSpPr/>
        <p:nvPr/>
      </p:nvGrpSpPr>
      <p:grpSpPr>
        <a:xfrm>
          <a:off x="0" y="0"/>
          <a:ext cx="0" cy="0"/>
          <a:chOff x="0" y="0"/>
          <a:chExt cx="0" cy="0"/>
        </a:xfrm>
      </p:grpSpPr>
      <p:pic>
        <p:nvPicPr>
          <p:cNvPr id="49" name="Picture 6">
            <a:extLst>
              <a:ext uri="{C183D7F6-B498-43B3-948B-1728B52AA6E4}">
                <adec:decorative xmlns:adec="http://schemas.microsoft.com/office/drawing/2017/decorative" val="1"/>
              </a:ext>
            </a:extLst>
          </p:cNvPr>
          <p:cNvPicPr/>
          <p:nvPr/>
        </p:nvPicPr>
        <p:blipFill>
          <a:blip r:embed="rId2"/>
          <a:stretch/>
        </p:blipFill>
        <p:spPr>
          <a:xfrm>
            <a:off x="0" y="6080040"/>
            <a:ext cx="12191400" cy="777240"/>
          </a:xfrm>
          <a:prstGeom prst="rect">
            <a:avLst/>
          </a:prstGeom>
          <a:noFill/>
          <a:ln w="0">
            <a:noFill/>
          </a:ln>
        </p:spPr>
      </p:pic>
      <p:sp>
        <p:nvSpPr>
          <p:cNvPr id="50" name="TextBox 7" descr="CRICOS No. 00213J"/>
          <p:cNvSpPr/>
          <p:nvPr/>
        </p:nvSpPr>
        <p:spPr>
          <a:xfrm>
            <a:off x="345960" y="5861520"/>
            <a:ext cx="3101040" cy="183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600" b="0" u="none" strike="noStrike">
                <a:solidFill>
                  <a:schemeClr val="lt1">
                    <a:lumMod val="65000"/>
                  </a:schemeClr>
                </a:solidFill>
                <a:effectLst/>
                <a:uFillTx/>
                <a:latin typeface="Arial"/>
              </a:rPr>
              <a:t>TEQSA Provider ID PRV12079  Australian University | CRICOS No.00213J</a:t>
            </a:r>
            <a:endParaRPr lang="en-US" sz="600" b="0" u="none" strike="noStrike">
              <a:solidFill>
                <a:srgbClr val="000000"/>
              </a:solidFill>
              <a:effectLst/>
              <a:uFillTx/>
              <a:latin typeface="Arial"/>
            </a:endParaRPr>
          </a:p>
        </p:txBody>
      </p:sp>
      <p:sp>
        <p:nvSpPr>
          <p:cNvPr id="51" name="TextBox 8">
            <a:extLst>
              <a:ext uri="{C183D7F6-B498-43B3-948B-1728B52AA6E4}">
                <adec:decorative xmlns:adec="http://schemas.microsoft.com/office/drawing/2017/decorative" val="1"/>
              </a:ext>
            </a:extLst>
          </p:cNvPr>
          <p:cNvSpPr/>
          <p:nvPr/>
        </p:nvSpPr>
        <p:spPr>
          <a:xfrm>
            <a:off x="345960" y="6228360"/>
            <a:ext cx="6049080" cy="445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1200" b="1" u="none" strike="noStrike">
                <a:solidFill>
                  <a:schemeClr val="lt1"/>
                </a:solidFill>
                <a:effectLst/>
                <a:uFillTx/>
                <a:latin typeface="Arial"/>
              </a:rPr>
              <a:t>&lt;Add your team or unit name here&gt;</a:t>
            </a:r>
            <a:endParaRPr lang="en-US" sz="1200" b="0" u="none" strike="noStrike">
              <a:solidFill>
                <a:srgbClr val="000000"/>
              </a:solidFill>
              <a:effectLst/>
              <a:uFillTx/>
              <a:latin typeface="Arial"/>
            </a:endParaRPr>
          </a:p>
          <a:p>
            <a:pPr defTabSz="914400">
              <a:lnSpc>
                <a:spcPct val="100000"/>
              </a:lnSpc>
            </a:pPr>
            <a:r>
              <a:rPr lang="en-AU" sz="1100" b="0" u="none" strike="noStrike">
                <a:solidFill>
                  <a:schemeClr val="lt1"/>
                </a:solidFill>
                <a:effectLst/>
                <a:uFillTx/>
                <a:latin typeface="Arial"/>
              </a:rPr>
              <a:t>&lt;Add your department, faculty or division name here&gt;</a:t>
            </a:r>
            <a:endParaRPr lang="en-US" sz="1100" b="0" u="none" strike="noStrike">
              <a:solidFill>
                <a:srgbClr val="000000"/>
              </a:solidFill>
              <a:effectLst/>
              <a:uFillTx/>
              <a:latin typeface="Arial"/>
            </a:endParaRPr>
          </a:p>
        </p:txBody>
      </p:sp>
      <p:pic>
        <p:nvPicPr>
          <p:cNvPr id="52" name="Picture 13"/>
          <p:cNvPicPr/>
          <p:nvPr/>
        </p:nvPicPr>
        <p:blipFill>
          <a:blip r:embed="rId3"/>
          <a:stretch/>
        </p:blipFill>
        <p:spPr>
          <a:xfrm>
            <a:off x="11264040" y="6238080"/>
            <a:ext cx="467280" cy="467280"/>
          </a:xfrm>
          <a:prstGeom prst="rect">
            <a:avLst/>
          </a:prstGeom>
          <a:noFill/>
          <a:ln w="0">
            <a:noFill/>
          </a:ln>
        </p:spPr>
      </p:pic>
      <p:sp>
        <p:nvSpPr>
          <p:cNvPr id="53" name="PlaceHolder 1">
            <a:extLst>
              <a:ext uri="{C183D7F6-B498-43B3-948B-1728B52AA6E4}">
                <adec:decorative xmlns:adec="http://schemas.microsoft.com/office/drawing/2017/decorative" val="1"/>
              </a:ext>
            </a:extLst>
          </p:cNvPr>
          <p:cNvSpPr>
            <a:spLocks noGrp="1"/>
          </p:cNvSpPr>
          <p:nvPr>
            <p:ph type="body" hasCustomPrompt="1"/>
          </p:nvPr>
        </p:nvSpPr>
        <p:spPr>
          <a:xfrm>
            <a:off x="790920" y="4396320"/>
            <a:ext cx="7379640" cy="932760"/>
          </a:xfrm>
          <a:prstGeom prst="rect">
            <a:avLst/>
          </a:prstGeom>
          <a:noFill/>
          <a:ln w="0">
            <a:noFill/>
          </a:ln>
        </p:spPr>
        <p:txBody>
          <a:bodyPr lIns="91440" tIns="45720" rIns="91440" bIns="45720" anchor="t">
            <a:noAutofit/>
          </a:bodyPr>
          <a:lstStyle>
            <a:lvl1pPr marL="228600" indent="-228600" algn="l" defTabSz="914400">
              <a:lnSpc>
                <a:spcPct val="90000"/>
              </a:lnSpc>
              <a:spcBef>
                <a:spcPts val="1001"/>
              </a:spcBef>
              <a:buNone/>
              <a:tabLst>
                <a:tab pos="0" algn="l"/>
              </a:tabLst>
              <a:defRPr lang="en-US" sz="1800" b="0" u="none" strike="noStrike">
                <a:solidFill>
                  <a:schemeClr val="dk2"/>
                </a:solidFill>
                <a:effectLst/>
                <a:uFillTx/>
                <a:latin typeface="Arial"/>
              </a:defRPr>
            </a:lvl1pPr>
          </a:lstStyle>
          <a:p>
            <a:pPr marL="228600" indent="-228600" algn="l" defTabSz="914400">
              <a:lnSpc>
                <a:spcPct val="90000"/>
              </a:lnSpc>
              <a:spcBef>
                <a:spcPts val="1001"/>
              </a:spcBef>
              <a:buNone/>
              <a:tabLst>
                <a:tab pos="0" algn="l"/>
              </a:tabLst>
            </a:pPr>
            <a:r>
              <a:rPr lang="en-US" sz="1800" b="0" u="none" strike="noStrike">
                <a:solidFill>
                  <a:schemeClr val="dk2"/>
                </a:solidFill>
                <a:effectLst/>
                <a:uFillTx/>
                <a:latin typeface="Arial"/>
              </a:rPr>
              <a:t>Click to edit: Add your </a:t>
            </a:r>
            <a:r>
              <a:rPr lang="en-AU" sz="1800" b="0" u="none" strike="noStrike">
                <a:solidFill>
                  <a:schemeClr val="dk2"/>
                </a:solidFill>
                <a:effectLst/>
                <a:uFillTx/>
                <a:latin typeface="Arial"/>
              </a:rPr>
              <a:t>chapter description here</a:t>
            </a:r>
            <a:endParaRPr lang="en-US" sz="1800" b="0" u="none" strike="noStrike">
              <a:solidFill>
                <a:schemeClr val="dk2"/>
              </a:solidFill>
              <a:effectLst/>
              <a:uFillTx/>
              <a:latin typeface="Arial"/>
            </a:endParaRPr>
          </a:p>
        </p:txBody>
      </p:sp>
      <p:sp>
        <p:nvSpPr>
          <p:cNvPr id="54" name="PlaceHolder 2">
            <a:extLst>
              <a:ext uri="{C183D7F6-B498-43B3-948B-1728B52AA6E4}">
                <adec:decorative xmlns:adec="http://schemas.microsoft.com/office/drawing/2017/decorative" val="1"/>
              </a:ext>
            </a:extLst>
          </p:cNvPr>
          <p:cNvSpPr>
            <a:spLocks noGrp="1"/>
          </p:cNvSpPr>
          <p:nvPr>
            <p:ph type="title" hasCustomPrompt="1"/>
          </p:nvPr>
        </p:nvSpPr>
        <p:spPr>
          <a:xfrm>
            <a:off x="790920" y="2562480"/>
            <a:ext cx="7379640" cy="1833120"/>
          </a:xfrm>
          <a:prstGeom prst="rect">
            <a:avLst/>
          </a:prstGeom>
          <a:noFill/>
          <a:ln w="0">
            <a:noFill/>
          </a:ln>
        </p:spPr>
        <p:txBody>
          <a:bodyPr lIns="91440" tIns="45720" rIns="91440" bIns="45720" anchor="b">
            <a:normAutofit/>
          </a:bodyPr>
          <a:lstStyle>
            <a:lvl1pPr indent="0" algn="l" defTabSz="914400">
              <a:lnSpc>
                <a:spcPct val="90000"/>
              </a:lnSpc>
              <a:buNone/>
              <a:tabLst>
                <a:tab pos="0" algn="l"/>
              </a:tabLst>
              <a:defRPr lang="en-US" sz="5400" b="1" u="none" strike="noStrike">
                <a:solidFill>
                  <a:schemeClr val="dk2"/>
                </a:solidFill>
                <a:effectLst/>
                <a:uFillTx/>
                <a:latin typeface="Arial"/>
              </a:defRPr>
            </a:lvl1pPr>
          </a:lstStyle>
          <a:p>
            <a:pPr indent="0" algn="l" defTabSz="914400">
              <a:lnSpc>
                <a:spcPct val="90000"/>
              </a:lnSpc>
              <a:buNone/>
              <a:tabLst>
                <a:tab pos="0" algn="l"/>
              </a:tabLst>
            </a:pPr>
            <a:r>
              <a:rPr lang="en-US" sz="5400" b="1" u="none" strike="noStrike">
                <a:solidFill>
                  <a:schemeClr val="dk2"/>
                </a:solidFill>
                <a:effectLst/>
                <a:uFillTx/>
                <a:latin typeface="Arial"/>
              </a:rPr>
              <a:t>Click to edit: Chapter Title</a:t>
            </a:r>
            <a:endParaRPr lang="en-US" sz="5400" b="1" u="none" strike="noStrike">
              <a:solidFill>
                <a:schemeClr val="dk2"/>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Standard Slide_A">
    <p:bg>
      <p:bgPr>
        <a:solidFill>
          <a:srgbClr val="FFFFFF"/>
        </a:solidFill>
      </p:bgPr>
    </p:bg>
    <p:spTree>
      <p:nvGrpSpPr>
        <p:cNvPr id="1" name=""/>
        <p:cNvGrpSpPr/>
        <p:nvPr/>
      </p:nvGrpSpPr>
      <p:grpSpPr>
        <a:xfrm>
          <a:off x="0" y="0"/>
          <a:ext cx="0" cy="0"/>
          <a:chOff x="0" y="0"/>
          <a:chExt cx="0" cy="0"/>
        </a:xfrm>
      </p:grpSpPr>
      <p:pic>
        <p:nvPicPr>
          <p:cNvPr id="55" name="Picture 6">
            <a:extLst>
              <a:ext uri="{C183D7F6-B498-43B3-948B-1728B52AA6E4}">
                <adec:decorative xmlns:adec="http://schemas.microsoft.com/office/drawing/2017/decorative" val="1"/>
              </a:ext>
            </a:extLst>
          </p:cNvPr>
          <p:cNvPicPr/>
          <p:nvPr/>
        </p:nvPicPr>
        <p:blipFill>
          <a:blip r:embed="rId2"/>
          <a:stretch/>
        </p:blipFill>
        <p:spPr>
          <a:xfrm>
            <a:off x="0" y="6080040"/>
            <a:ext cx="12191400" cy="777240"/>
          </a:xfrm>
          <a:prstGeom prst="rect">
            <a:avLst/>
          </a:prstGeom>
          <a:noFill/>
          <a:ln w="0">
            <a:noFill/>
          </a:ln>
        </p:spPr>
      </p:pic>
      <p:sp>
        <p:nvSpPr>
          <p:cNvPr id="56" name="TextBox 7" descr="CRICOS No. 00213J"/>
          <p:cNvSpPr/>
          <p:nvPr/>
        </p:nvSpPr>
        <p:spPr>
          <a:xfrm>
            <a:off x="345960" y="5861520"/>
            <a:ext cx="3101040" cy="183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600" b="0" u="none" strike="noStrike">
                <a:solidFill>
                  <a:schemeClr val="lt1">
                    <a:lumMod val="65000"/>
                  </a:schemeClr>
                </a:solidFill>
                <a:effectLst/>
                <a:uFillTx/>
                <a:latin typeface="Arial"/>
              </a:rPr>
              <a:t>TEQSA Provider ID PRV12079  Australian University | CRICOS No.00213J</a:t>
            </a:r>
            <a:endParaRPr lang="en-US" sz="600" b="0" u="none" strike="noStrike">
              <a:solidFill>
                <a:srgbClr val="000000"/>
              </a:solidFill>
              <a:effectLst/>
              <a:uFillTx/>
              <a:latin typeface="Arial"/>
            </a:endParaRPr>
          </a:p>
        </p:txBody>
      </p:sp>
      <p:sp>
        <p:nvSpPr>
          <p:cNvPr id="57" name="TextBox 8">
            <a:extLst>
              <a:ext uri="{C183D7F6-B498-43B3-948B-1728B52AA6E4}">
                <adec:decorative xmlns:adec="http://schemas.microsoft.com/office/drawing/2017/decorative" val="1"/>
              </a:ext>
            </a:extLst>
          </p:cNvPr>
          <p:cNvSpPr/>
          <p:nvPr/>
        </p:nvSpPr>
        <p:spPr>
          <a:xfrm>
            <a:off x="345960" y="6228360"/>
            <a:ext cx="6049080" cy="445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1200" b="1" u="none" strike="noStrike">
                <a:solidFill>
                  <a:schemeClr val="lt1"/>
                </a:solidFill>
                <a:effectLst/>
                <a:uFillTx/>
                <a:latin typeface="Arial"/>
              </a:rPr>
              <a:t>&lt;Add your team or unit name here&gt;</a:t>
            </a:r>
            <a:endParaRPr lang="en-US" sz="1200" b="0" u="none" strike="noStrike">
              <a:solidFill>
                <a:srgbClr val="000000"/>
              </a:solidFill>
              <a:effectLst/>
              <a:uFillTx/>
              <a:latin typeface="Arial"/>
            </a:endParaRPr>
          </a:p>
          <a:p>
            <a:pPr defTabSz="914400">
              <a:lnSpc>
                <a:spcPct val="100000"/>
              </a:lnSpc>
            </a:pPr>
            <a:r>
              <a:rPr lang="en-AU" sz="1100" b="0" u="none" strike="noStrike">
                <a:solidFill>
                  <a:schemeClr val="lt1"/>
                </a:solidFill>
                <a:effectLst/>
                <a:uFillTx/>
                <a:latin typeface="Arial"/>
              </a:rPr>
              <a:t>&lt;Add your department, faculty or division name here&gt;</a:t>
            </a:r>
            <a:endParaRPr lang="en-US" sz="1100" b="0" u="none" strike="noStrike">
              <a:solidFill>
                <a:srgbClr val="000000"/>
              </a:solidFill>
              <a:effectLst/>
              <a:uFillTx/>
              <a:latin typeface="Arial"/>
            </a:endParaRPr>
          </a:p>
        </p:txBody>
      </p:sp>
      <p:pic>
        <p:nvPicPr>
          <p:cNvPr id="58" name="Picture 13"/>
          <p:cNvPicPr/>
          <p:nvPr/>
        </p:nvPicPr>
        <p:blipFill>
          <a:blip r:embed="rId3"/>
          <a:stretch/>
        </p:blipFill>
        <p:spPr>
          <a:xfrm>
            <a:off x="11264040" y="6238080"/>
            <a:ext cx="467280" cy="467280"/>
          </a:xfrm>
          <a:prstGeom prst="rect">
            <a:avLst/>
          </a:prstGeom>
          <a:noFill/>
          <a:ln w="0">
            <a:noFill/>
          </a:ln>
        </p:spPr>
      </p:pic>
      <p:sp>
        <p:nvSpPr>
          <p:cNvPr id="59" name="PlaceHolder 1">
            <a:extLst>
              <a:ext uri="{C183D7F6-B498-43B3-948B-1728B52AA6E4}">
                <adec:decorative xmlns:adec="http://schemas.microsoft.com/office/drawing/2017/decorative" val="1"/>
              </a:ext>
            </a:extLst>
          </p:cNvPr>
          <p:cNvSpPr>
            <a:spLocks noGrp="1"/>
          </p:cNvSpPr>
          <p:nvPr>
            <p:ph type="sldNum" idx="2"/>
          </p:nvPr>
        </p:nvSpPr>
        <p:spPr>
          <a:xfrm>
            <a:off x="11188440" y="186120"/>
            <a:ext cx="6562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lumMod val="75000"/>
                    <a:lumOff val="25000"/>
                  </a:schemeClr>
                </a:solidFill>
                <a:effectLst/>
                <a:uFillTx/>
                <a:latin typeface="Arial"/>
              </a:defRPr>
            </a:lvl1pPr>
          </a:lstStyle>
          <a:p>
            <a:pPr indent="0" algn="r" defTabSz="914400">
              <a:lnSpc>
                <a:spcPct val="100000"/>
              </a:lnSpc>
              <a:buNone/>
              <a:tabLst>
                <a:tab pos="0" algn="l"/>
              </a:tabLst>
            </a:pPr>
            <a:fld id="{9A251C4C-51E2-49AF-90E3-D55A05782237}" type="slidenum">
              <a:rPr lang="en-AU" sz="1200" b="0" u="none" strike="noStrike">
                <a:solidFill>
                  <a:schemeClr val="dk1">
                    <a:lumMod val="75000"/>
                    <a:lumOff val="25000"/>
                  </a:schemeClr>
                </a:solidFill>
                <a:effectLst/>
                <a:uFillTx/>
                <a:latin typeface="Arial"/>
              </a:rPr>
              <a:t>&lt;number&gt;</a:t>
            </a:fld>
            <a:endParaRPr lang="en-US" sz="1200" b="0" u="none" strike="noStrike">
              <a:solidFill>
                <a:srgbClr val="000000"/>
              </a:solidFill>
              <a:effectLst/>
              <a:uFillTx/>
              <a:latin typeface="Times New Roman"/>
            </a:endParaRPr>
          </a:p>
        </p:txBody>
      </p:sp>
      <p:sp>
        <p:nvSpPr>
          <p:cNvPr id="60" name="PlaceHolder 2">
            <a:extLst>
              <a:ext uri="{C183D7F6-B498-43B3-948B-1728B52AA6E4}">
                <adec:decorative xmlns:adec="http://schemas.microsoft.com/office/drawing/2017/decorative" val="1"/>
              </a:ext>
            </a:extLst>
          </p:cNvPr>
          <p:cNvSpPr>
            <a:spLocks noGrp="1"/>
          </p:cNvSpPr>
          <p:nvPr>
            <p:ph type="body"/>
          </p:nvPr>
        </p:nvSpPr>
        <p:spPr>
          <a:xfrm>
            <a:off x="468000" y="1800000"/>
            <a:ext cx="11231280" cy="39592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14265E"/>
              </a:buClr>
              <a:buFont typeface="Arial"/>
              <a:buChar char="•"/>
              <a:defRPr lang="en-GB" sz="2400" b="0" u="none" strike="noStrike">
                <a:solidFill>
                  <a:srgbClr val="14265E"/>
                </a:solidFill>
                <a:effectLst/>
                <a:uFillTx/>
                <a:latin typeface="Arial"/>
              </a:defRPr>
            </a:lvl1pPr>
            <a:lvl2pPr lvl="1" algn="l" defTabSz="914400">
              <a:lnSpc>
                <a:spcPct val="90000"/>
              </a:lnSpc>
              <a:spcBef>
                <a:spcPts val="499"/>
              </a:spcBef>
              <a:buClr>
                <a:srgbClr val="14265E"/>
              </a:buClr>
              <a:buFont typeface="Arial"/>
              <a:buChar char="•"/>
              <a:defRPr lang="en-GB" sz="2400" b="0" u="none" strike="noStrike">
                <a:solidFill>
                  <a:srgbClr val="14265E"/>
                </a:solidFill>
                <a:effectLst/>
                <a:uFillTx/>
                <a:latin typeface="Arial"/>
              </a:defRPr>
            </a:lvl2pPr>
            <a:lvl3pPr lvl="2" algn="l" defTabSz="914400">
              <a:lnSpc>
                <a:spcPct val="90000"/>
              </a:lnSpc>
              <a:spcBef>
                <a:spcPts val="499"/>
              </a:spcBef>
              <a:buClr>
                <a:srgbClr val="14265E"/>
              </a:buClr>
              <a:buFont typeface="Arial"/>
              <a:buChar char="•"/>
              <a:defRPr lang="en-GB" sz="2400" b="0" u="none" strike="noStrike">
                <a:solidFill>
                  <a:srgbClr val="14265E"/>
                </a:solidFill>
                <a:effectLst/>
                <a:uFillTx/>
                <a:latin typeface="Arial"/>
              </a:defRPr>
            </a:lvl3pPr>
            <a:lvl4pPr lvl="3" algn="l" defTabSz="914400">
              <a:lnSpc>
                <a:spcPct val="90000"/>
              </a:lnSpc>
              <a:spcBef>
                <a:spcPts val="499"/>
              </a:spcBef>
              <a:buClr>
                <a:srgbClr val="14265E"/>
              </a:buClr>
              <a:buFont typeface="Arial"/>
              <a:buChar char="•"/>
              <a:defRPr lang="en-GB" sz="2400" b="0" u="none" strike="noStrike">
                <a:solidFill>
                  <a:srgbClr val="14265E"/>
                </a:solidFill>
                <a:effectLst/>
                <a:uFillTx/>
                <a:latin typeface="Arial"/>
              </a:defRPr>
            </a:lvl4pPr>
            <a:lvl5pPr lvl="4" algn="l" defTabSz="914400">
              <a:lnSpc>
                <a:spcPct val="90000"/>
              </a:lnSpc>
              <a:spcBef>
                <a:spcPts val="499"/>
              </a:spcBef>
              <a:buClr>
                <a:srgbClr val="14265E"/>
              </a:buClr>
              <a:buFont typeface="Arial"/>
              <a:buChar char="•"/>
              <a:defRPr lang="en-GB" sz="2400" b="0" u="none" strike="noStrike">
                <a:solidFill>
                  <a:srgbClr val="14265E"/>
                </a:solidFill>
                <a:effectLst/>
                <a:uFillTx/>
                <a:latin typeface="Arial"/>
              </a:defRPr>
            </a:lvl5pPr>
          </a:lstStyle>
          <a:p>
            <a:pPr marL="228600" indent="-228600" algn="l" defTabSz="914400">
              <a:lnSpc>
                <a:spcPct val="90000"/>
              </a:lnSpc>
              <a:spcBef>
                <a:spcPts val="1001"/>
              </a:spcBef>
              <a:buClr>
                <a:srgbClr val="14265E"/>
              </a:buClr>
              <a:buFont typeface="Arial"/>
              <a:buChar char="•"/>
            </a:pPr>
            <a:r>
              <a:rPr lang="en-GB" sz="2400" b="0" u="none" strike="noStrike">
                <a:solidFill>
                  <a:srgbClr val="14265E"/>
                </a:solidFill>
                <a:effectLst/>
                <a:uFillTx/>
                <a:latin typeface="Arial"/>
              </a:rPr>
              <a:t>Click to edit Master text styles</a:t>
            </a:r>
            <a:endParaRPr lang="en-GB" sz="2400" b="0" u="none" strike="noStrike">
              <a:solidFill>
                <a:srgbClr val="14265E"/>
              </a:solidFill>
              <a:effectLst/>
              <a:uFillTx/>
              <a:latin typeface="Arial"/>
            </a:endParaRPr>
          </a:p>
          <a:p>
            <a:pPr marL="685800" lvl="1" indent="-228600" algn="l" defTabSz="914400">
              <a:lnSpc>
                <a:spcPct val="90000"/>
              </a:lnSpc>
              <a:spcBef>
                <a:spcPts val="499"/>
              </a:spcBef>
              <a:buClr>
                <a:srgbClr val="14265E"/>
              </a:buClr>
              <a:buFont typeface="Arial"/>
              <a:buChar char="•"/>
            </a:pPr>
            <a:r>
              <a:rPr lang="en-GB" sz="2400" b="0" u="none" strike="noStrike">
                <a:solidFill>
                  <a:srgbClr val="14265E"/>
                </a:solidFill>
                <a:effectLst/>
                <a:uFillTx/>
                <a:latin typeface="Arial"/>
              </a:rPr>
              <a:t>Second level</a:t>
            </a:r>
            <a:endParaRPr lang="en-GB" sz="2400" b="0" u="none" strike="noStrike">
              <a:solidFill>
                <a:srgbClr val="14265E"/>
              </a:solidFill>
              <a:effectLst/>
              <a:uFillTx/>
              <a:latin typeface="Arial"/>
            </a:endParaRPr>
          </a:p>
          <a:p>
            <a:pPr marL="1143000" lvl="2" indent="-228600" algn="l" defTabSz="914400">
              <a:lnSpc>
                <a:spcPct val="90000"/>
              </a:lnSpc>
              <a:spcBef>
                <a:spcPts val="499"/>
              </a:spcBef>
              <a:buClr>
                <a:srgbClr val="14265E"/>
              </a:buClr>
              <a:buFont typeface="Arial"/>
              <a:buChar char="•"/>
            </a:pPr>
            <a:r>
              <a:rPr lang="en-GB" sz="2400" b="0" u="none" strike="noStrike">
                <a:solidFill>
                  <a:srgbClr val="14265E"/>
                </a:solidFill>
                <a:effectLst/>
                <a:uFillTx/>
                <a:latin typeface="Arial"/>
              </a:rPr>
              <a:t>Third level</a:t>
            </a:r>
            <a:endParaRPr lang="en-GB" sz="2400" b="0" u="none" strike="noStrike">
              <a:solidFill>
                <a:srgbClr val="14265E"/>
              </a:solidFill>
              <a:effectLst/>
              <a:uFillTx/>
              <a:latin typeface="Arial"/>
            </a:endParaRPr>
          </a:p>
          <a:p>
            <a:pPr marL="1600200" lvl="3" indent="-228600" algn="l" defTabSz="914400">
              <a:lnSpc>
                <a:spcPct val="90000"/>
              </a:lnSpc>
              <a:spcBef>
                <a:spcPts val="499"/>
              </a:spcBef>
              <a:buClr>
                <a:srgbClr val="14265E"/>
              </a:buClr>
              <a:buFont typeface="Arial"/>
              <a:buChar char="•"/>
            </a:pPr>
            <a:r>
              <a:rPr lang="en-GB" sz="2400" b="0" u="none" strike="noStrike">
                <a:solidFill>
                  <a:srgbClr val="14265E"/>
                </a:solidFill>
                <a:effectLst/>
                <a:uFillTx/>
                <a:latin typeface="Arial"/>
              </a:rPr>
              <a:t>Fourth level</a:t>
            </a:r>
            <a:endParaRPr lang="en-GB" sz="2400" b="0" u="none" strike="noStrike">
              <a:solidFill>
                <a:srgbClr val="14265E"/>
              </a:solidFill>
              <a:effectLst/>
              <a:uFillTx/>
              <a:latin typeface="Arial"/>
            </a:endParaRPr>
          </a:p>
          <a:p>
            <a:pPr marL="2057400" lvl="4" indent="-228600" algn="l" defTabSz="914400">
              <a:lnSpc>
                <a:spcPct val="90000"/>
              </a:lnSpc>
              <a:spcBef>
                <a:spcPts val="499"/>
              </a:spcBef>
              <a:buClr>
                <a:srgbClr val="14265E"/>
              </a:buClr>
              <a:buFont typeface="Arial"/>
              <a:buChar char="•"/>
            </a:pPr>
            <a:r>
              <a:rPr lang="en-GB" sz="2400" b="0" u="none" strike="noStrike">
                <a:solidFill>
                  <a:srgbClr val="14265E"/>
                </a:solidFill>
                <a:effectLst/>
                <a:uFillTx/>
                <a:latin typeface="Arial"/>
              </a:rPr>
              <a:t>Fifth level</a:t>
            </a:r>
            <a:endParaRPr lang="en-GB" sz="2400" b="0" u="none" strike="noStrike">
              <a:solidFill>
                <a:srgbClr val="14265E"/>
              </a:solidFill>
              <a:effectLst/>
              <a:uFillTx/>
              <a:latin typeface="Arial"/>
            </a:endParaRPr>
          </a:p>
        </p:txBody>
      </p:sp>
      <p:sp>
        <p:nvSpPr>
          <p:cNvPr id="61" name="PlaceHolder 3">
            <a:extLst>
              <a:ext uri="{C183D7F6-B498-43B3-948B-1728B52AA6E4}">
                <adec:decorative xmlns:adec="http://schemas.microsoft.com/office/drawing/2017/decorative" val="1"/>
              </a:ext>
            </a:extLst>
          </p:cNvPr>
          <p:cNvSpPr>
            <a:spLocks noGrp="1"/>
          </p:cNvSpPr>
          <p:nvPr>
            <p:ph type="title"/>
          </p:nvPr>
        </p:nvSpPr>
        <p:spPr>
          <a:xfrm>
            <a:off x="468000" y="360000"/>
            <a:ext cx="11231280" cy="133128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GB" sz="4400" b="1" u="none" strike="noStrike">
                <a:solidFill>
                  <a:srgbClr val="14265E"/>
                </a:solidFill>
                <a:effectLst/>
                <a:uFillTx/>
                <a:latin typeface="Arial"/>
              </a:defRPr>
            </a:lvl1pPr>
          </a:lstStyle>
          <a:p>
            <a:pPr indent="0" algn="l" defTabSz="914400">
              <a:lnSpc>
                <a:spcPct val="90000"/>
              </a:lnSpc>
              <a:buNone/>
              <a:tabLst>
                <a:tab pos="0" algn="l"/>
              </a:tabLst>
            </a:pPr>
            <a:r>
              <a:rPr lang="en-GB" sz="4400" b="1" u="none" strike="noStrike">
                <a:solidFill>
                  <a:srgbClr val="14265E"/>
                </a:solidFill>
                <a:effectLst/>
                <a:uFillTx/>
                <a:latin typeface="Arial"/>
              </a:rPr>
              <a:t>Click to edit Master title style</a:t>
            </a:r>
            <a:endParaRPr lang="en-GB" sz="4400" b="1" u="none" strike="noStrike">
              <a:solidFill>
                <a:srgbClr val="14265E"/>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tandard Slide_B">
    <p:bg>
      <p:bgPr>
        <a:solidFill>
          <a:srgbClr val="FFFFFF"/>
        </a:solidFill>
      </p:bgPr>
    </p:bg>
    <p:spTree>
      <p:nvGrpSpPr>
        <p:cNvPr id="1" name=""/>
        <p:cNvGrpSpPr/>
        <p:nvPr/>
      </p:nvGrpSpPr>
      <p:grpSpPr>
        <a:xfrm>
          <a:off x="0" y="0"/>
          <a:ext cx="0" cy="0"/>
          <a:chOff x="0" y="0"/>
          <a:chExt cx="0" cy="0"/>
        </a:xfrm>
      </p:grpSpPr>
      <p:pic>
        <p:nvPicPr>
          <p:cNvPr id="62" name="Picture 6">
            <a:extLst>
              <a:ext uri="{C183D7F6-B498-43B3-948B-1728B52AA6E4}">
                <adec:decorative xmlns:adec="http://schemas.microsoft.com/office/drawing/2017/decorative" val="1"/>
              </a:ext>
            </a:extLst>
          </p:cNvPr>
          <p:cNvPicPr/>
          <p:nvPr/>
        </p:nvPicPr>
        <p:blipFill>
          <a:blip r:embed="rId2"/>
          <a:stretch/>
        </p:blipFill>
        <p:spPr>
          <a:xfrm>
            <a:off x="0" y="6080040"/>
            <a:ext cx="12191400" cy="777240"/>
          </a:xfrm>
          <a:prstGeom prst="rect">
            <a:avLst/>
          </a:prstGeom>
          <a:noFill/>
          <a:ln w="0">
            <a:noFill/>
          </a:ln>
        </p:spPr>
      </p:pic>
      <p:sp>
        <p:nvSpPr>
          <p:cNvPr id="63" name="TextBox 7" descr="CRICOS No. 00213J"/>
          <p:cNvSpPr/>
          <p:nvPr/>
        </p:nvSpPr>
        <p:spPr>
          <a:xfrm>
            <a:off x="345960" y="5861520"/>
            <a:ext cx="3101040" cy="183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600" b="0" u="none" strike="noStrike">
                <a:solidFill>
                  <a:schemeClr val="lt1">
                    <a:lumMod val="65000"/>
                  </a:schemeClr>
                </a:solidFill>
                <a:effectLst/>
                <a:uFillTx/>
                <a:latin typeface="Arial"/>
              </a:rPr>
              <a:t>TEQSA Provider ID PRV12079  Australian University | CRICOS No.00213J</a:t>
            </a:r>
            <a:endParaRPr lang="en-US" sz="600" b="0" u="none" strike="noStrike">
              <a:solidFill>
                <a:srgbClr val="000000"/>
              </a:solidFill>
              <a:effectLst/>
              <a:uFillTx/>
              <a:latin typeface="Arial"/>
            </a:endParaRPr>
          </a:p>
        </p:txBody>
      </p:sp>
      <p:sp>
        <p:nvSpPr>
          <p:cNvPr id="64" name="TextBox 8">
            <a:extLst>
              <a:ext uri="{C183D7F6-B498-43B3-948B-1728B52AA6E4}">
                <adec:decorative xmlns:adec="http://schemas.microsoft.com/office/drawing/2017/decorative" val="1"/>
              </a:ext>
            </a:extLst>
          </p:cNvPr>
          <p:cNvSpPr/>
          <p:nvPr/>
        </p:nvSpPr>
        <p:spPr>
          <a:xfrm>
            <a:off x="345960" y="6228360"/>
            <a:ext cx="6049080" cy="445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1200" b="1" u="none" strike="noStrike">
                <a:solidFill>
                  <a:schemeClr val="lt1"/>
                </a:solidFill>
                <a:effectLst/>
                <a:uFillTx/>
                <a:latin typeface="Arial"/>
              </a:rPr>
              <a:t>&lt;Add your team or unit name here&gt;</a:t>
            </a:r>
            <a:endParaRPr lang="en-US" sz="1200" b="0" u="none" strike="noStrike">
              <a:solidFill>
                <a:srgbClr val="000000"/>
              </a:solidFill>
              <a:effectLst/>
              <a:uFillTx/>
              <a:latin typeface="Arial"/>
            </a:endParaRPr>
          </a:p>
          <a:p>
            <a:pPr defTabSz="914400">
              <a:lnSpc>
                <a:spcPct val="100000"/>
              </a:lnSpc>
            </a:pPr>
            <a:r>
              <a:rPr lang="en-AU" sz="1100" b="0" u="none" strike="noStrike">
                <a:solidFill>
                  <a:schemeClr val="lt1"/>
                </a:solidFill>
                <a:effectLst/>
                <a:uFillTx/>
                <a:latin typeface="Arial"/>
              </a:rPr>
              <a:t>&lt;Add your department, faculty or division name here&gt;</a:t>
            </a:r>
            <a:endParaRPr lang="en-US" sz="1100" b="0" u="none" strike="noStrike">
              <a:solidFill>
                <a:srgbClr val="000000"/>
              </a:solidFill>
              <a:effectLst/>
              <a:uFillTx/>
              <a:latin typeface="Arial"/>
            </a:endParaRPr>
          </a:p>
        </p:txBody>
      </p:sp>
      <p:pic>
        <p:nvPicPr>
          <p:cNvPr id="65" name="Picture 13"/>
          <p:cNvPicPr/>
          <p:nvPr/>
        </p:nvPicPr>
        <p:blipFill>
          <a:blip r:embed="rId3"/>
          <a:stretch/>
        </p:blipFill>
        <p:spPr>
          <a:xfrm>
            <a:off x="11264040" y="6238080"/>
            <a:ext cx="467280" cy="467280"/>
          </a:xfrm>
          <a:prstGeom prst="rect">
            <a:avLst/>
          </a:prstGeom>
          <a:noFill/>
          <a:ln w="0">
            <a:noFill/>
          </a:ln>
        </p:spPr>
      </p:pic>
      <p:sp>
        <p:nvSpPr>
          <p:cNvPr id="66" name="PlaceHolder 1"/>
          <p:cNvSpPr>
            <a:spLocks noGrp="1"/>
          </p:cNvSpPr>
          <p:nvPr>
            <p:ph type="sldNum" idx="3"/>
          </p:nvPr>
        </p:nvSpPr>
        <p:spPr>
          <a:xfrm>
            <a:off x="11188440" y="186120"/>
            <a:ext cx="6562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lumMod val="75000"/>
                    <a:lumOff val="25000"/>
                  </a:schemeClr>
                </a:solidFill>
                <a:effectLst/>
                <a:uFillTx/>
                <a:latin typeface="Arial"/>
              </a:defRPr>
            </a:lvl1pPr>
          </a:lstStyle>
          <a:p>
            <a:pPr indent="0" algn="r" defTabSz="914400">
              <a:lnSpc>
                <a:spcPct val="100000"/>
              </a:lnSpc>
              <a:buNone/>
              <a:tabLst>
                <a:tab pos="0" algn="l"/>
              </a:tabLst>
            </a:pPr>
            <a:fld id="{F3FEDE61-95BB-4412-9FCB-41549ED4FA29}" type="slidenum">
              <a:rPr lang="en-AU" sz="1200" b="0" u="none" strike="noStrike">
                <a:solidFill>
                  <a:schemeClr val="dk1">
                    <a:lumMod val="75000"/>
                    <a:lumOff val="25000"/>
                  </a:schemeClr>
                </a:solidFill>
                <a:effectLst/>
                <a:uFillTx/>
                <a:latin typeface="Arial"/>
              </a:rPr>
              <a:t>&lt;number&gt;</a:t>
            </a:fld>
            <a:endParaRPr lang="en-US" sz="1200" b="0" u="none" strike="noStrike">
              <a:solidFill>
                <a:srgbClr val="000000"/>
              </a:solidFill>
              <a:effectLst/>
              <a:uFillTx/>
              <a:latin typeface="Times New Roman"/>
            </a:endParaRPr>
          </a:p>
        </p:txBody>
      </p:sp>
      <p:sp>
        <p:nvSpPr>
          <p:cNvPr id="67" name="PlaceHolder 2">
            <a:extLst>
              <a:ext uri="{C183D7F6-B498-43B3-948B-1728B52AA6E4}">
                <adec:decorative xmlns:adec="http://schemas.microsoft.com/office/drawing/2017/decorative" val="1"/>
              </a:ext>
            </a:extLst>
          </p:cNvPr>
          <p:cNvSpPr>
            <a:spLocks noGrp="1"/>
          </p:cNvSpPr>
          <p:nvPr>
            <p:ph type="title"/>
          </p:nvPr>
        </p:nvSpPr>
        <p:spPr>
          <a:xfrm>
            <a:off x="468000" y="360000"/>
            <a:ext cx="11231280" cy="133128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GB" sz="4400" b="1" u="none" strike="noStrike">
                <a:solidFill>
                  <a:srgbClr val="14265E"/>
                </a:solidFill>
                <a:effectLst/>
                <a:uFillTx/>
                <a:latin typeface="Arial"/>
              </a:defRPr>
            </a:lvl1pPr>
          </a:lstStyle>
          <a:p>
            <a:pPr indent="0" algn="l" defTabSz="914400">
              <a:lnSpc>
                <a:spcPct val="90000"/>
              </a:lnSpc>
              <a:buNone/>
              <a:tabLst>
                <a:tab pos="0" algn="l"/>
              </a:tabLst>
            </a:pPr>
            <a:r>
              <a:rPr lang="en-GB" sz="4400" b="1" u="none" strike="noStrike">
                <a:solidFill>
                  <a:srgbClr val="14265E"/>
                </a:solidFill>
                <a:effectLst/>
                <a:uFillTx/>
                <a:latin typeface="Arial"/>
              </a:rPr>
              <a:t>Click to edit Master title style</a:t>
            </a:r>
            <a:endParaRPr lang="en-GB" sz="4400" b="1" u="none" strike="noStrike">
              <a:solidFill>
                <a:srgbClr val="14265E"/>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tandard Slide_C">
    <p:bg>
      <p:bgPr>
        <a:solidFill>
          <a:srgbClr val="FFFFFF"/>
        </a:solidFill>
      </p:bgPr>
    </p:bg>
    <p:spTree>
      <p:nvGrpSpPr>
        <p:cNvPr id="1" name=""/>
        <p:cNvGrpSpPr/>
        <p:nvPr/>
      </p:nvGrpSpPr>
      <p:grpSpPr>
        <a:xfrm>
          <a:off x="0" y="0"/>
          <a:ext cx="0" cy="0"/>
          <a:chOff x="0" y="0"/>
          <a:chExt cx="0" cy="0"/>
        </a:xfrm>
      </p:grpSpPr>
      <p:pic>
        <p:nvPicPr>
          <p:cNvPr id="68" name="Picture 6">
            <a:extLst>
              <a:ext uri="{C183D7F6-B498-43B3-948B-1728B52AA6E4}">
                <adec:decorative xmlns:adec="http://schemas.microsoft.com/office/drawing/2017/decorative" val="1"/>
              </a:ext>
            </a:extLst>
          </p:cNvPr>
          <p:cNvPicPr/>
          <p:nvPr/>
        </p:nvPicPr>
        <p:blipFill>
          <a:blip r:embed="rId2"/>
          <a:stretch/>
        </p:blipFill>
        <p:spPr>
          <a:xfrm>
            <a:off x="0" y="6080040"/>
            <a:ext cx="12191400" cy="777240"/>
          </a:xfrm>
          <a:prstGeom prst="rect">
            <a:avLst/>
          </a:prstGeom>
          <a:noFill/>
          <a:ln w="0">
            <a:noFill/>
          </a:ln>
        </p:spPr>
      </p:pic>
      <p:sp>
        <p:nvSpPr>
          <p:cNvPr id="69" name="TextBox 7" descr="CRICOS No. 00213J"/>
          <p:cNvSpPr/>
          <p:nvPr/>
        </p:nvSpPr>
        <p:spPr>
          <a:xfrm>
            <a:off x="345960" y="5861520"/>
            <a:ext cx="3101040" cy="183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600" b="0" u="none" strike="noStrike">
                <a:solidFill>
                  <a:schemeClr val="lt1">
                    <a:lumMod val="65000"/>
                  </a:schemeClr>
                </a:solidFill>
                <a:effectLst/>
                <a:uFillTx/>
                <a:latin typeface="Arial"/>
              </a:rPr>
              <a:t>TEQSA Provider ID PRV12079  Australian University | CRICOS No.00213J</a:t>
            </a:r>
            <a:endParaRPr lang="en-US" sz="600" b="0" u="none" strike="noStrike">
              <a:solidFill>
                <a:srgbClr val="000000"/>
              </a:solidFill>
              <a:effectLst/>
              <a:uFillTx/>
              <a:latin typeface="Arial"/>
            </a:endParaRPr>
          </a:p>
        </p:txBody>
      </p:sp>
      <p:sp>
        <p:nvSpPr>
          <p:cNvPr id="70" name="TextBox 8">
            <a:extLst>
              <a:ext uri="{C183D7F6-B498-43B3-948B-1728B52AA6E4}">
                <adec:decorative xmlns:adec="http://schemas.microsoft.com/office/drawing/2017/decorative" val="1"/>
              </a:ext>
            </a:extLst>
          </p:cNvPr>
          <p:cNvSpPr/>
          <p:nvPr/>
        </p:nvSpPr>
        <p:spPr>
          <a:xfrm>
            <a:off x="345960" y="6228360"/>
            <a:ext cx="6049080" cy="445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1200" b="1" u="none" strike="noStrike">
                <a:solidFill>
                  <a:schemeClr val="lt1"/>
                </a:solidFill>
                <a:effectLst/>
                <a:uFillTx/>
                <a:latin typeface="Arial"/>
              </a:rPr>
              <a:t>&lt;Add your team or unit name here&gt;</a:t>
            </a:r>
            <a:endParaRPr lang="en-US" sz="1200" b="0" u="none" strike="noStrike">
              <a:solidFill>
                <a:srgbClr val="000000"/>
              </a:solidFill>
              <a:effectLst/>
              <a:uFillTx/>
              <a:latin typeface="Arial"/>
            </a:endParaRPr>
          </a:p>
          <a:p>
            <a:pPr defTabSz="914400">
              <a:lnSpc>
                <a:spcPct val="100000"/>
              </a:lnSpc>
            </a:pPr>
            <a:r>
              <a:rPr lang="en-AU" sz="1100" b="0" u="none" strike="noStrike">
                <a:solidFill>
                  <a:schemeClr val="lt1"/>
                </a:solidFill>
                <a:effectLst/>
                <a:uFillTx/>
                <a:latin typeface="Arial"/>
              </a:rPr>
              <a:t>&lt;Add your department, faculty or division name here&gt;</a:t>
            </a:r>
            <a:endParaRPr lang="en-US" sz="1100" b="0" u="none" strike="noStrike">
              <a:solidFill>
                <a:srgbClr val="000000"/>
              </a:solidFill>
              <a:effectLst/>
              <a:uFillTx/>
              <a:latin typeface="Arial"/>
            </a:endParaRPr>
          </a:p>
        </p:txBody>
      </p:sp>
      <p:pic>
        <p:nvPicPr>
          <p:cNvPr id="71" name="Picture 13"/>
          <p:cNvPicPr/>
          <p:nvPr/>
        </p:nvPicPr>
        <p:blipFill>
          <a:blip r:embed="rId3"/>
          <a:stretch/>
        </p:blipFill>
        <p:spPr>
          <a:xfrm>
            <a:off x="11264040" y="6238080"/>
            <a:ext cx="467280" cy="467280"/>
          </a:xfrm>
          <a:prstGeom prst="rect">
            <a:avLst/>
          </a:prstGeom>
          <a:noFill/>
          <a:ln w="0">
            <a:noFill/>
          </a:ln>
        </p:spPr>
      </p:pic>
      <p:sp>
        <p:nvSpPr>
          <p:cNvPr id="72" name="PlaceHolder 1"/>
          <p:cNvSpPr>
            <a:spLocks noGrp="1"/>
          </p:cNvSpPr>
          <p:nvPr>
            <p:ph type="sldNum" idx="4"/>
          </p:nvPr>
        </p:nvSpPr>
        <p:spPr>
          <a:xfrm>
            <a:off x="11188440" y="186120"/>
            <a:ext cx="6562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lumMod val="75000"/>
                    <a:lumOff val="25000"/>
                  </a:schemeClr>
                </a:solidFill>
                <a:effectLst/>
                <a:uFillTx/>
                <a:latin typeface="Arial"/>
              </a:defRPr>
            </a:lvl1pPr>
          </a:lstStyle>
          <a:p>
            <a:pPr indent="0" algn="r" defTabSz="914400">
              <a:lnSpc>
                <a:spcPct val="100000"/>
              </a:lnSpc>
              <a:buNone/>
              <a:tabLst>
                <a:tab pos="0" algn="l"/>
              </a:tabLst>
            </a:pPr>
            <a:fld id="{D0775F67-C1C5-42D5-B2D1-92C666010C4A}" type="slidenum">
              <a:rPr lang="en-AU" sz="1200" b="0" u="none" strike="noStrike">
                <a:solidFill>
                  <a:schemeClr val="dk1">
                    <a:lumMod val="75000"/>
                    <a:lumOff val="25000"/>
                  </a:schemeClr>
                </a:solidFill>
                <a:effectLst/>
                <a:uFillTx/>
                <a:latin typeface="Arial"/>
              </a:rPr>
              <a:t>&lt;number&gt;</a:t>
            </a:fld>
            <a:endParaRPr lang="en-US" sz="1200" b="0" u="none" strike="noStrike">
              <a:solidFill>
                <a:srgbClr val="000000"/>
              </a:solidFill>
              <a:effectLst/>
              <a:uFillTx/>
              <a:latin typeface="Times New Roman"/>
            </a:endParaRPr>
          </a:p>
        </p:txBody>
      </p:sp>
      <p:sp>
        <p:nvSpPr>
          <p:cNvPr id="73" name="Rectangle 2"/>
          <p:cNvSpPr/>
          <p:nvPr/>
        </p:nvSpPr>
        <p:spPr>
          <a:xfrm>
            <a:off x="0" y="5414040"/>
            <a:ext cx="12191400" cy="14432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AU" sz="1800" b="0" u="none" strike="noStrike">
              <a:solidFill>
                <a:schemeClr val="lt1"/>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Standard Slide_two column">
    <p:bg>
      <p:bgPr>
        <a:solidFill>
          <a:srgbClr val="FFFFFF"/>
        </a:solidFill>
      </p:bgPr>
    </p:bg>
    <p:spTree>
      <p:nvGrpSpPr>
        <p:cNvPr id="1" name=""/>
        <p:cNvGrpSpPr/>
        <p:nvPr/>
      </p:nvGrpSpPr>
      <p:grpSpPr>
        <a:xfrm>
          <a:off x="0" y="0"/>
          <a:ext cx="0" cy="0"/>
          <a:chOff x="0" y="0"/>
          <a:chExt cx="0" cy="0"/>
        </a:xfrm>
      </p:grpSpPr>
      <p:pic>
        <p:nvPicPr>
          <p:cNvPr id="74" name="Picture 6">
            <a:extLst>
              <a:ext uri="{C183D7F6-B498-43B3-948B-1728B52AA6E4}">
                <adec:decorative xmlns:adec="http://schemas.microsoft.com/office/drawing/2017/decorative" val="1"/>
              </a:ext>
            </a:extLst>
          </p:cNvPr>
          <p:cNvPicPr/>
          <p:nvPr/>
        </p:nvPicPr>
        <p:blipFill>
          <a:blip r:embed="rId2"/>
          <a:stretch/>
        </p:blipFill>
        <p:spPr>
          <a:xfrm>
            <a:off x="0" y="6080040"/>
            <a:ext cx="12191400" cy="777240"/>
          </a:xfrm>
          <a:prstGeom prst="rect">
            <a:avLst/>
          </a:prstGeom>
          <a:noFill/>
          <a:ln w="0">
            <a:noFill/>
          </a:ln>
        </p:spPr>
      </p:pic>
      <p:sp>
        <p:nvSpPr>
          <p:cNvPr id="75" name="TextBox 7" descr="CRICOS No. 00213J"/>
          <p:cNvSpPr/>
          <p:nvPr/>
        </p:nvSpPr>
        <p:spPr>
          <a:xfrm>
            <a:off x="345960" y="5861520"/>
            <a:ext cx="3101040" cy="183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600" b="0" u="none" strike="noStrike">
                <a:solidFill>
                  <a:schemeClr val="lt1">
                    <a:lumMod val="65000"/>
                  </a:schemeClr>
                </a:solidFill>
                <a:effectLst/>
                <a:uFillTx/>
                <a:latin typeface="Arial"/>
              </a:rPr>
              <a:t>TEQSA Provider ID PRV12079  Australian University | CRICOS No.00213J</a:t>
            </a:r>
            <a:endParaRPr lang="en-US" sz="600" b="0" u="none" strike="noStrike">
              <a:solidFill>
                <a:srgbClr val="000000"/>
              </a:solidFill>
              <a:effectLst/>
              <a:uFillTx/>
              <a:latin typeface="Arial"/>
            </a:endParaRPr>
          </a:p>
        </p:txBody>
      </p:sp>
      <p:sp>
        <p:nvSpPr>
          <p:cNvPr id="76" name="TextBox 8">
            <a:extLst>
              <a:ext uri="{C183D7F6-B498-43B3-948B-1728B52AA6E4}">
                <adec:decorative xmlns:adec="http://schemas.microsoft.com/office/drawing/2017/decorative" val="1"/>
              </a:ext>
            </a:extLst>
          </p:cNvPr>
          <p:cNvSpPr/>
          <p:nvPr/>
        </p:nvSpPr>
        <p:spPr>
          <a:xfrm>
            <a:off x="345960" y="6228360"/>
            <a:ext cx="6049080" cy="445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1200" b="1" u="none" strike="noStrike">
                <a:solidFill>
                  <a:schemeClr val="lt1"/>
                </a:solidFill>
                <a:effectLst/>
                <a:uFillTx/>
                <a:latin typeface="Arial"/>
              </a:rPr>
              <a:t>&lt;Add your team or unit name here&gt;</a:t>
            </a:r>
            <a:endParaRPr lang="en-US" sz="1200" b="0" u="none" strike="noStrike">
              <a:solidFill>
                <a:srgbClr val="000000"/>
              </a:solidFill>
              <a:effectLst/>
              <a:uFillTx/>
              <a:latin typeface="Arial"/>
            </a:endParaRPr>
          </a:p>
          <a:p>
            <a:pPr defTabSz="914400">
              <a:lnSpc>
                <a:spcPct val="100000"/>
              </a:lnSpc>
            </a:pPr>
            <a:r>
              <a:rPr lang="en-AU" sz="1100" b="0" u="none" strike="noStrike">
                <a:solidFill>
                  <a:schemeClr val="lt1"/>
                </a:solidFill>
                <a:effectLst/>
                <a:uFillTx/>
                <a:latin typeface="Arial"/>
              </a:rPr>
              <a:t>&lt;Add your department, faculty or division name here&gt;</a:t>
            </a:r>
            <a:endParaRPr lang="en-US" sz="1100" b="0" u="none" strike="noStrike">
              <a:solidFill>
                <a:srgbClr val="000000"/>
              </a:solidFill>
              <a:effectLst/>
              <a:uFillTx/>
              <a:latin typeface="Arial"/>
            </a:endParaRPr>
          </a:p>
        </p:txBody>
      </p:sp>
      <p:pic>
        <p:nvPicPr>
          <p:cNvPr id="77" name="Picture 13"/>
          <p:cNvPicPr/>
          <p:nvPr/>
        </p:nvPicPr>
        <p:blipFill>
          <a:blip r:embed="rId3"/>
          <a:stretch/>
        </p:blipFill>
        <p:spPr>
          <a:xfrm>
            <a:off x="11264040" y="6238080"/>
            <a:ext cx="467280" cy="467280"/>
          </a:xfrm>
          <a:prstGeom prst="rect">
            <a:avLst/>
          </a:prstGeom>
          <a:noFill/>
          <a:ln w="0">
            <a:noFill/>
          </a:ln>
        </p:spPr>
      </p:pic>
      <p:sp>
        <p:nvSpPr>
          <p:cNvPr id="78" name="PlaceHolder 1"/>
          <p:cNvSpPr>
            <a:spLocks noGrp="1"/>
          </p:cNvSpPr>
          <p:nvPr>
            <p:ph type="sldNum" idx="5"/>
          </p:nvPr>
        </p:nvSpPr>
        <p:spPr>
          <a:xfrm>
            <a:off x="11188440" y="186120"/>
            <a:ext cx="6562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lumMod val="75000"/>
                    <a:lumOff val="25000"/>
                  </a:schemeClr>
                </a:solidFill>
                <a:effectLst/>
                <a:uFillTx/>
                <a:latin typeface="Arial"/>
              </a:defRPr>
            </a:lvl1pPr>
          </a:lstStyle>
          <a:p>
            <a:pPr indent="0" algn="r" defTabSz="914400">
              <a:lnSpc>
                <a:spcPct val="100000"/>
              </a:lnSpc>
              <a:buNone/>
              <a:tabLst>
                <a:tab pos="0" algn="l"/>
              </a:tabLst>
            </a:pPr>
            <a:fld id="{963A109E-9723-46EE-BE77-FB156C79A717}" type="slidenum">
              <a:rPr lang="en-AU" sz="1200" b="0" u="none" strike="noStrike">
                <a:solidFill>
                  <a:schemeClr val="dk1">
                    <a:lumMod val="75000"/>
                    <a:lumOff val="25000"/>
                  </a:schemeClr>
                </a:solidFill>
                <a:effectLst/>
                <a:uFillTx/>
                <a:latin typeface="Arial"/>
              </a:rPr>
              <a:t>&lt;number&gt;</a:t>
            </a:fld>
            <a:endParaRPr lang="en-US" sz="1200" b="0" u="none" strike="noStrike">
              <a:solidFill>
                <a:srgbClr val="000000"/>
              </a:solidFill>
              <a:effectLst/>
              <a:uFillTx/>
              <a:latin typeface="Times New Roman"/>
            </a:endParaRPr>
          </a:p>
        </p:txBody>
      </p:sp>
      <p:sp>
        <p:nvSpPr>
          <p:cNvPr id="79" name="PlaceHolder 2">
            <a:extLst>
              <a:ext uri="{C183D7F6-B498-43B3-948B-1728B52AA6E4}">
                <adec:decorative xmlns:adec="http://schemas.microsoft.com/office/drawing/2017/decorative" val="1"/>
              </a:ext>
            </a:extLst>
          </p:cNvPr>
          <p:cNvSpPr>
            <a:spLocks noGrp="1"/>
          </p:cNvSpPr>
          <p:nvPr>
            <p:ph type="body"/>
          </p:nvPr>
        </p:nvSpPr>
        <p:spPr>
          <a:xfrm>
            <a:off x="6189480" y="1800000"/>
            <a:ext cx="5509800" cy="3959280"/>
          </a:xfrm>
          <a:prstGeom prst="rect">
            <a:avLst/>
          </a:prstGeom>
          <a:noFill/>
          <a:ln w="0">
            <a:noFill/>
          </a:ln>
        </p:spPr>
        <p:txBody>
          <a:bodyPr lIns="91440" tIns="45720" rIns="91440" bIns="45720" anchor="t">
            <a:normAutofit/>
          </a:bodyPr>
          <a:lstStyle>
            <a:lvl1pPr algn="l" defTabSz="914400">
              <a:lnSpc>
                <a:spcPct val="90000"/>
              </a:lnSpc>
              <a:spcBef>
                <a:spcPts val="1001"/>
              </a:spcBef>
              <a:buClr>
                <a:srgbClr val="000619"/>
              </a:buClr>
              <a:buFont typeface="Arial"/>
              <a:buChar char="•"/>
              <a:defRPr lang="en-GB" sz="2000" b="0" u="none" strike="noStrike">
                <a:solidFill>
                  <a:srgbClr val="000619"/>
                </a:solidFill>
                <a:effectLst/>
                <a:uFillTx/>
                <a:latin typeface="Arial"/>
              </a:defRPr>
            </a:lvl1pPr>
            <a:lvl2pPr lvl="1" algn="l" defTabSz="914400">
              <a:lnSpc>
                <a:spcPct val="90000"/>
              </a:lnSpc>
              <a:spcBef>
                <a:spcPts val="499"/>
              </a:spcBef>
              <a:buClr>
                <a:srgbClr val="000619"/>
              </a:buClr>
              <a:buFont typeface="Arial"/>
              <a:buChar char="•"/>
              <a:defRPr lang="en-GB" sz="2000" b="0" u="none" strike="noStrike">
                <a:solidFill>
                  <a:srgbClr val="000619"/>
                </a:solidFill>
                <a:effectLst/>
                <a:uFillTx/>
                <a:latin typeface="Arial"/>
              </a:defRPr>
            </a:lvl2pPr>
            <a:lvl3pPr lvl="2" algn="l" defTabSz="914400">
              <a:lnSpc>
                <a:spcPct val="90000"/>
              </a:lnSpc>
              <a:spcBef>
                <a:spcPts val="499"/>
              </a:spcBef>
              <a:buClr>
                <a:srgbClr val="000619"/>
              </a:buClr>
              <a:buFont typeface="Arial"/>
              <a:buChar char="•"/>
              <a:defRPr lang="en-GB" sz="2000" b="0" u="none" strike="noStrike">
                <a:solidFill>
                  <a:srgbClr val="000619"/>
                </a:solidFill>
                <a:effectLst/>
                <a:uFillTx/>
                <a:latin typeface="Arial"/>
              </a:defRPr>
            </a:lvl3pPr>
            <a:lvl4pPr lvl="3" algn="l" defTabSz="914400">
              <a:lnSpc>
                <a:spcPct val="90000"/>
              </a:lnSpc>
              <a:spcBef>
                <a:spcPts val="499"/>
              </a:spcBef>
              <a:buClr>
                <a:srgbClr val="000619"/>
              </a:buClr>
              <a:buFont typeface="Arial"/>
              <a:buChar char="•"/>
              <a:defRPr lang="en-GB" sz="2000" b="0" u="none" strike="noStrike">
                <a:solidFill>
                  <a:srgbClr val="000619"/>
                </a:solidFill>
                <a:effectLst/>
                <a:uFillTx/>
                <a:latin typeface="Arial"/>
              </a:defRPr>
            </a:lvl4pPr>
            <a:lvl5pPr lvl="4" algn="l" defTabSz="914400">
              <a:lnSpc>
                <a:spcPct val="90000"/>
              </a:lnSpc>
              <a:spcBef>
                <a:spcPts val="499"/>
              </a:spcBef>
              <a:buClr>
                <a:srgbClr val="000619"/>
              </a:buClr>
              <a:buFont typeface="Arial"/>
              <a:buChar char="•"/>
              <a:defRPr lang="en-GB" sz="2000" b="0" u="none" strike="noStrike">
                <a:solidFill>
                  <a:srgbClr val="000619"/>
                </a:solidFill>
                <a:effectLst/>
                <a:uFillTx/>
                <a:latin typeface="Arial"/>
              </a:defRPr>
            </a:lvl5pPr>
          </a:lstStyle>
          <a:p>
            <a:pPr marL="228600" indent="-228600" algn="l" defTabSz="914400">
              <a:lnSpc>
                <a:spcPct val="90000"/>
              </a:lnSpc>
              <a:spcBef>
                <a:spcPts val="1001"/>
              </a:spcBef>
              <a:buClr>
                <a:srgbClr val="000619"/>
              </a:buClr>
              <a:buFont typeface="Arial"/>
              <a:buChar char="•"/>
            </a:pPr>
            <a:r>
              <a:rPr lang="en-GB" sz="2000" b="0" u="none" strike="noStrike">
                <a:solidFill>
                  <a:srgbClr val="000619"/>
                </a:solidFill>
                <a:effectLst/>
                <a:uFillTx/>
                <a:latin typeface="Arial"/>
              </a:rPr>
              <a:t>Click to edit Master text styles</a:t>
            </a:r>
            <a:endParaRPr lang="en-GB" sz="2000" b="0" u="none" strike="noStrike">
              <a:solidFill>
                <a:srgbClr val="1C1C1C"/>
              </a:solidFill>
              <a:effectLst/>
              <a:uFillTx/>
              <a:latin typeface="Arial"/>
            </a:endParaRPr>
          </a:p>
          <a:p>
            <a:pPr marL="685800" lvl="1" indent="-228600" algn="l" defTabSz="914400">
              <a:lnSpc>
                <a:spcPct val="90000"/>
              </a:lnSpc>
              <a:spcBef>
                <a:spcPts val="499"/>
              </a:spcBef>
              <a:buClr>
                <a:srgbClr val="000619"/>
              </a:buClr>
              <a:buFont typeface="Arial"/>
              <a:buChar char="•"/>
            </a:pPr>
            <a:r>
              <a:rPr lang="en-GB" sz="2000" b="0" u="none" strike="noStrike">
                <a:solidFill>
                  <a:srgbClr val="000619"/>
                </a:solidFill>
                <a:effectLst/>
                <a:uFillTx/>
                <a:latin typeface="Arial"/>
              </a:rPr>
              <a:t>Second level</a:t>
            </a:r>
            <a:endParaRPr lang="en-GB" sz="2000" b="0" u="none" strike="noStrike">
              <a:solidFill>
                <a:srgbClr val="1C1C1C"/>
              </a:solidFill>
              <a:effectLst/>
              <a:uFillTx/>
              <a:latin typeface="Arial"/>
            </a:endParaRPr>
          </a:p>
          <a:p>
            <a:pPr marL="1143000" lvl="2" indent="-228600" algn="l" defTabSz="914400">
              <a:lnSpc>
                <a:spcPct val="90000"/>
              </a:lnSpc>
              <a:spcBef>
                <a:spcPts val="499"/>
              </a:spcBef>
              <a:buClr>
                <a:srgbClr val="000619"/>
              </a:buClr>
              <a:buFont typeface="Arial"/>
              <a:buChar char="•"/>
            </a:pPr>
            <a:r>
              <a:rPr lang="en-GB" sz="2000" b="0" u="none" strike="noStrike">
                <a:solidFill>
                  <a:srgbClr val="000619"/>
                </a:solidFill>
                <a:effectLst/>
                <a:uFillTx/>
                <a:latin typeface="Arial"/>
              </a:rPr>
              <a:t>Third level</a:t>
            </a:r>
            <a:endParaRPr lang="en-GB" sz="2000" b="0" u="none" strike="noStrike">
              <a:solidFill>
                <a:srgbClr val="1C1C1C"/>
              </a:solidFill>
              <a:effectLst/>
              <a:uFillTx/>
              <a:latin typeface="Arial"/>
            </a:endParaRPr>
          </a:p>
          <a:p>
            <a:pPr marL="1600200" lvl="3" indent="-228600" algn="l" defTabSz="914400">
              <a:lnSpc>
                <a:spcPct val="90000"/>
              </a:lnSpc>
              <a:spcBef>
                <a:spcPts val="499"/>
              </a:spcBef>
              <a:buClr>
                <a:srgbClr val="000619"/>
              </a:buClr>
              <a:buFont typeface="Arial"/>
              <a:buChar char="•"/>
            </a:pPr>
            <a:r>
              <a:rPr lang="en-GB" sz="2000" b="0" u="none" strike="noStrike">
                <a:solidFill>
                  <a:srgbClr val="000619"/>
                </a:solidFill>
                <a:effectLst/>
                <a:uFillTx/>
                <a:latin typeface="Arial"/>
              </a:rPr>
              <a:t>Fourth level</a:t>
            </a:r>
            <a:endParaRPr lang="en-GB" sz="2000" b="0" u="none" strike="noStrike">
              <a:solidFill>
                <a:srgbClr val="1C1C1C"/>
              </a:solidFill>
              <a:effectLst/>
              <a:uFillTx/>
              <a:latin typeface="Arial"/>
            </a:endParaRPr>
          </a:p>
          <a:p>
            <a:pPr marL="2057400" lvl="4" indent="-228600" algn="l" defTabSz="914400">
              <a:lnSpc>
                <a:spcPct val="90000"/>
              </a:lnSpc>
              <a:spcBef>
                <a:spcPts val="499"/>
              </a:spcBef>
              <a:buClr>
                <a:srgbClr val="000619"/>
              </a:buClr>
              <a:buFont typeface="Arial"/>
              <a:buChar char="•"/>
            </a:pPr>
            <a:r>
              <a:rPr lang="en-GB" sz="2000" b="0" u="none" strike="noStrike">
                <a:solidFill>
                  <a:srgbClr val="000619"/>
                </a:solidFill>
                <a:effectLst/>
                <a:uFillTx/>
                <a:latin typeface="Arial"/>
              </a:rPr>
              <a:t>Fifth level</a:t>
            </a:r>
            <a:endParaRPr lang="en-GB" sz="2000" b="0" u="none" strike="noStrike">
              <a:solidFill>
                <a:srgbClr val="1C1C1C"/>
              </a:solidFill>
              <a:effectLst/>
              <a:uFillTx/>
              <a:latin typeface="Arial"/>
            </a:endParaRPr>
          </a:p>
        </p:txBody>
      </p:sp>
      <p:sp>
        <p:nvSpPr>
          <p:cNvPr id="80" name="PlaceHolder 3">
            <a:extLst>
              <a:ext uri="{C183D7F6-B498-43B3-948B-1728B52AA6E4}">
                <adec:decorative xmlns:adec="http://schemas.microsoft.com/office/drawing/2017/decorative" val="1"/>
              </a:ext>
            </a:extLst>
          </p:cNvPr>
          <p:cNvSpPr>
            <a:spLocks noGrp="1"/>
          </p:cNvSpPr>
          <p:nvPr>
            <p:ph type="body"/>
          </p:nvPr>
        </p:nvSpPr>
        <p:spPr>
          <a:xfrm>
            <a:off x="468000" y="1800000"/>
            <a:ext cx="5429520" cy="3959280"/>
          </a:xfrm>
          <a:prstGeom prst="rect">
            <a:avLst/>
          </a:prstGeom>
          <a:noFill/>
          <a:ln w="0">
            <a:noFill/>
          </a:ln>
        </p:spPr>
        <p:txBody>
          <a:bodyPr lIns="91440" tIns="45720" rIns="91440" bIns="45720" anchor="t">
            <a:normAutofit/>
          </a:bodyPr>
          <a:lstStyle>
            <a:lvl1pPr algn="l" defTabSz="914400">
              <a:lnSpc>
                <a:spcPct val="90000"/>
              </a:lnSpc>
              <a:spcBef>
                <a:spcPts val="1001"/>
              </a:spcBef>
              <a:buClr>
                <a:srgbClr val="1C1C1C"/>
              </a:buClr>
              <a:buFont typeface="Arial"/>
              <a:buChar char="•"/>
              <a:defRPr lang="en-GB" sz="2000" b="0" u="none" strike="noStrike">
                <a:solidFill>
                  <a:srgbClr val="1C1C1C"/>
                </a:solidFill>
                <a:effectLst/>
                <a:uFillTx/>
                <a:latin typeface="Arial"/>
              </a:defRPr>
            </a:lvl1pPr>
            <a:lvl2pPr lvl="1" algn="l" defTabSz="914400">
              <a:lnSpc>
                <a:spcPct val="90000"/>
              </a:lnSpc>
              <a:spcBef>
                <a:spcPts val="499"/>
              </a:spcBef>
              <a:buClr>
                <a:srgbClr val="1C1C1C"/>
              </a:buClr>
              <a:buFont typeface="Arial"/>
              <a:buChar char="•"/>
              <a:defRPr lang="en-GB" sz="2000" b="0" u="none" strike="noStrike">
                <a:solidFill>
                  <a:srgbClr val="1C1C1C"/>
                </a:solidFill>
                <a:effectLst/>
                <a:uFillTx/>
                <a:latin typeface="Arial"/>
              </a:defRPr>
            </a:lvl2pPr>
            <a:lvl3pPr lvl="2" algn="l" defTabSz="914400">
              <a:lnSpc>
                <a:spcPct val="90000"/>
              </a:lnSpc>
              <a:spcBef>
                <a:spcPts val="499"/>
              </a:spcBef>
              <a:buClr>
                <a:srgbClr val="1C1C1C"/>
              </a:buClr>
              <a:buFont typeface="Arial"/>
              <a:buChar char="•"/>
              <a:defRPr lang="en-GB" sz="2000" b="0" u="none" strike="noStrike">
                <a:solidFill>
                  <a:srgbClr val="1C1C1C"/>
                </a:solidFill>
                <a:effectLst/>
                <a:uFillTx/>
                <a:latin typeface="Arial"/>
              </a:defRPr>
            </a:lvl3pPr>
            <a:lvl4pPr lvl="3" algn="l" defTabSz="914400">
              <a:lnSpc>
                <a:spcPct val="90000"/>
              </a:lnSpc>
              <a:spcBef>
                <a:spcPts val="499"/>
              </a:spcBef>
              <a:buClr>
                <a:srgbClr val="1C1C1C"/>
              </a:buClr>
              <a:buFont typeface="Arial"/>
              <a:buChar char="•"/>
              <a:defRPr lang="en-GB" sz="2000" b="0" u="none" strike="noStrike">
                <a:solidFill>
                  <a:srgbClr val="1C1C1C"/>
                </a:solidFill>
                <a:effectLst/>
                <a:uFillTx/>
                <a:latin typeface="Arial"/>
              </a:defRPr>
            </a:lvl4pPr>
            <a:lvl5pPr lvl="4" algn="l" defTabSz="914400">
              <a:lnSpc>
                <a:spcPct val="90000"/>
              </a:lnSpc>
              <a:spcBef>
                <a:spcPts val="499"/>
              </a:spcBef>
              <a:buClr>
                <a:srgbClr val="1C1C1C"/>
              </a:buClr>
              <a:buFont typeface="Arial"/>
              <a:buChar char="•"/>
              <a:defRPr lang="en-GB" sz="2000" b="0" u="none" strike="noStrike">
                <a:solidFill>
                  <a:srgbClr val="1C1C1C"/>
                </a:solidFill>
                <a:effectLst/>
                <a:uFillTx/>
                <a:latin typeface="Arial"/>
              </a:defRPr>
            </a:lvl5pPr>
          </a:lstStyle>
          <a:p>
            <a:pPr marL="228600" indent="-228600" algn="l" defTabSz="914400">
              <a:lnSpc>
                <a:spcPct val="90000"/>
              </a:lnSpc>
              <a:spcBef>
                <a:spcPts val="1001"/>
              </a:spcBef>
              <a:buClr>
                <a:srgbClr val="1C1C1C"/>
              </a:buClr>
              <a:buFont typeface="Arial"/>
              <a:buChar char="•"/>
            </a:pPr>
            <a:r>
              <a:rPr lang="en-GB" sz="2000" b="0" u="none" strike="noStrike">
                <a:solidFill>
                  <a:srgbClr val="1C1C1C"/>
                </a:solidFill>
                <a:effectLst/>
                <a:uFillTx/>
                <a:latin typeface="Arial"/>
              </a:rPr>
              <a:t>Click to edit Master text styles</a:t>
            </a:r>
            <a:endParaRPr lang="en-GB" sz="2000" b="0" u="none" strike="noStrike">
              <a:solidFill>
                <a:srgbClr val="1C1C1C"/>
              </a:solidFill>
              <a:effectLst/>
              <a:uFillTx/>
              <a:latin typeface="Arial"/>
            </a:endParaRPr>
          </a:p>
          <a:p>
            <a:pPr marL="685800" lvl="1" indent="-228600" algn="l" defTabSz="914400">
              <a:lnSpc>
                <a:spcPct val="90000"/>
              </a:lnSpc>
              <a:spcBef>
                <a:spcPts val="499"/>
              </a:spcBef>
              <a:buClr>
                <a:srgbClr val="1C1C1C"/>
              </a:buClr>
              <a:buFont typeface="Arial"/>
              <a:buChar char="•"/>
            </a:pPr>
            <a:r>
              <a:rPr lang="en-GB" sz="2000" b="0" u="none" strike="noStrike">
                <a:solidFill>
                  <a:srgbClr val="1C1C1C"/>
                </a:solidFill>
                <a:effectLst/>
                <a:uFillTx/>
                <a:latin typeface="Arial"/>
              </a:rPr>
              <a:t>Second level</a:t>
            </a:r>
            <a:endParaRPr lang="en-GB" sz="2000" b="0" u="none" strike="noStrike">
              <a:solidFill>
                <a:srgbClr val="1C1C1C"/>
              </a:solidFill>
              <a:effectLst/>
              <a:uFillTx/>
              <a:latin typeface="Arial"/>
            </a:endParaRPr>
          </a:p>
          <a:p>
            <a:pPr marL="1143000" lvl="2" indent="-228600" algn="l" defTabSz="914400">
              <a:lnSpc>
                <a:spcPct val="90000"/>
              </a:lnSpc>
              <a:spcBef>
                <a:spcPts val="499"/>
              </a:spcBef>
              <a:buClr>
                <a:srgbClr val="1C1C1C"/>
              </a:buClr>
              <a:buFont typeface="Arial"/>
              <a:buChar char="•"/>
            </a:pPr>
            <a:r>
              <a:rPr lang="en-GB" sz="2000" b="0" u="none" strike="noStrike">
                <a:solidFill>
                  <a:srgbClr val="1C1C1C"/>
                </a:solidFill>
                <a:effectLst/>
                <a:uFillTx/>
                <a:latin typeface="Arial"/>
              </a:rPr>
              <a:t>Third level</a:t>
            </a:r>
            <a:endParaRPr lang="en-GB" sz="2000" b="0" u="none" strike="noStrike">
              <a:solidFill>
                <a:srgbClr val="1C1C1C"/>
              </a:solidFill>
              <a:effectLst/>
              <a:uFillTx/>
              <a:latin typeface="Arial"/>
            </a:endParaRPr>
          </a:p>
          <a:p>
            <a:pPr marL="1600200" lvl="3" indent="-228600" algn="l" defTabSz="914400">
              <a:lnSpc>
                <a:spcPct val="90000"/>
              </a:lnSpc>
              <a:spcBef>
                <a:spcPts val="499"/>
              </a:spcBef>
              <a:buClr>
                <a:srgbClr val="1C1C1C"/>
              </a:buClr>
              <a:buFont typeface="Arial"/>
              <a:buChar char="•"/>
            </a:pPr>
            <a:r>
              <a:rPr lang="en-GB" sz="2000" b="0" u="none" strike="noStrike">
                <a:solidFill>
                  <a:srgbClr val="1C1C1C"/>
                </a:solidFill>
                <a:effectLst/>
                <a:uFillTx/>
                <a:latin typeface="Arial"/>
              </a:rPr>
              <a:t>Fourth level</a:t>
            </a:r>
            <a:endParaRPr lang="en-GB" sz="2000" b="0" u="none" strike="noStrike">
              <a:solidFill>
                <a:srgbClr val="1C1C1C"/>
              </a:solidFill>
              <a:effectLst/>
              <a:uFillTx/>
              <a:latin typeface="Arial"/>
            </a:endParaRPr>
          </a:p>
          <a:p>
            <a:pPr marL="2057400" lvl="4" indent="-228600" algn="l" defTabSz="914400">
              <a:lnSpc>
                <a:spcPct val="90000"/>
              </a:lnSpc>
              <a:spcBef>
                <a:spcPts val="499"/>
              </a:spcBef>
              <a:buClr>
                <a:srgbClr val="1C1C1C"/>
              </a:buClr>
              <a:buFont typeface="Arial"/>
              <a:buChar char="•"/>
            </a:pPr>
            <a:r>
              <a:rPr lang="en-GB" sz="2000" b="0" u="none" strike="noStrike">
                <a:solidFill>
                  <a:srgbClr val="1C1C1C"/>
                </a:solidFill>
                <a:effectLst/>
                <a:uFillTx/>
                <a:latin typeface="Arial"/>
              </a:rPr>
              <a:t>Fifth level</a:t>
            </a:r>
            <a:endParaRPr lang="en-GB" sz="2000" b="0" u="none" strike="noStrike">
              <a:solidFill>
                <a:srgbClr val="1C1C1C"/>
              </a:solidFill>
              <a:effectLst/>
              <a:uFillTx/>
              <a:latin typeface="Arial"/>
            </a:endParaRPr>
          </a:p>
        </p:txBody>
      </p:sp>
      <p:sp>
        <p:nvSpPr>
          <p:cNvPr id="81" name="PlaceHolder 4">
            <a:extLst>
              <a:ext uri="{C183D7F6-B498-43B3-948B-1728B52AA6E4}">
                <adec:decorative xmlns:adec="http://schemas.microsoft.com/office/drawing/2017/decorative" val="1"/>
              </a:ext>
            </a:extLst>
          </p:cNvPr>
          <p:cNvSpPr>
            <a:spLocks noGrp="1"/>
          </p:cNvSpPr>
          <p:nvPr>
            <p:ph type="title"/>
          </p:nvPr>
        </p:nvSpPr>
        <p:spPr>
          <a:xfrm>
            <a:off x="468000" y="360000"/>
            <a:ext cx="11231280" cy="133128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GB" sz="4400" b="1" u="none" strike="noStrike">
                <a:solidFill>
                  <a:srgbClr val="14265E"/>
                </a:solidFill>
                <a:effectLst/>
                <a:uFillTx/>
                <a:latin typeface="Arial"/>
              </a:defRPr>
            </a:lvl1pPr>
          </a:lstStyle>
          <a:p>
            <a:pPr indent="0" algn="l" defTabSz="914400">
              <a:lnSpc>
                <a:spcPct val="90000"/>
              </a:lnSpc>
              <a:buNone/>
              <a:tabLst>
                <a:tab pos="0" algn="l"/>
              </a:tabLst>
            </a:pPr>
            <a:r>
              <a:rPr lang="en-GB" sz="4400" b="1" u="none" strike="noStrike">
                <a:solidFill>
                  <a:srgbClr val="14265E"/>
                </a:solidFill>
                <a:effectLst/>
                <a:uFillTx/>
                <a:latin typeface="Arial"/>
              </a:rPr>
              <a:t>Click to edit Master title style</a:t>
            </a:r>
            <a:endParaRPr lang="en-GB" sz="4400" b="1" u="none" strike="noStrike">
              <a:solidFill>
                <a:srgbClr val="14265E"/>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Standard Slide_Navy">
    <p:bg>
      <p:bgPr>
        <a:solidFill>
          <a:srgbClr val="FFFFFF"/>
        </a:solidFill>
      </p:bgPr>
    </p:bg>
    <p:spTree>
      <p:nvGrpSpPr>
        <p:cNvPr id="1" name=""/>
        <p:cNvGrpSpPr/>
        <p:nvPr/>
      </p:nvGrpSpPr>
      <p:grpSpPr>
        <a:xfrm>
          <a:off x="0" y="0"/>
          <a:ext cx="0" cy="0"/>
          <a:chOff x="0" y="0"/>
          <a:chExt cx="0" cy="0"/>
        </a:xfrm>
      </p:grpSpPr>
      <p:pic>
        <p:nvPicPr>
          <p:cNvPr id="82" name="Picture 6">
            <a:extLst>
              <a:ext uri="{C183D7F6-B498-43B3-948B-1728B52AA6E4}">
                <adec:decorative xmlns:adec="http://schemas.microsoft.com/office/drawing/2017/decorative" val="1"/>
              </a:ext>
            </a:extLst>
          </p:cNvPr>
          <p:cNvPicPr/>
          <p:nvPr/>
        </p:nvPicPr>
        <p:blipFill>
          <a:blip r:embed="rId2"/>
          <a:stretch/>
        </p:blipFill>
        <p:spPr>
          <a:xfrm>
            <a:off x="0" y="6080040"/>
            <a:ext cx="12191400" cy="777240"/>
          </a:xfrm>
          <a:prstGeom prst="rect">
            <a:avLst/>
          </a:prstGeom>
          <a:noFill/>
          <a:ln w="0">
            <a:noFill/>
          </a:ln>
        </p:spPr>
      </p:pic>
      <p:sp>
        <p:nvSpPr>
          <p:cNvPr id="83" name="TextBox 7" descr="CRICOS No. 00213J"/>
          <p:cNvSpPr/>
          <p:nvPr/>
        </p:nvSpPr>
        <p:spPr>
          <a:xfrm>
            <a:off x="345960" y="5861520"/>
            <a:ext cx="3101040" cy="183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600" b="0" u="none" strike="noStrike">
                <a:solidFill>
                  <a:schemeClr val="lt1">
                    <a:lumMod val="65000"/>
                  </a:schemeClr>
                </a:solidFill>
                <a:effectLst/>
                <a:uFillTx/>
                <a:latin typeface="Arial"/>
              </a:rPr>
              <a:t>TEQSA Provider ID PRV12079  Australian University | CRICOS No.00213J</a:t>
            </a:r>
            <a:endParaRPr lang="en-US" sz="600" b="0" u="none" strike="noStrike">
              <a:solidFill>
                <a:srgbClr val="000000"/>
              </a:solidFill>
              <a:effectLst/>
              <a:uFillTx/>
              <a:latin typeface="Arial"/>
            </a:endParaRPr>
          </a:p>
        </p:txBody>
      </p:sp>
      <p:sp>
        <p:nvSpPr>
          <p:cNvPr id="84" name="TextBox 8">
            <a:extLst>
              <a:ext uri="{C183D7F6-B498-43B3-948B-1728B52AA6E4}">
                <adec:decorative xmlns:adec="http://schemas.microsoft.com/office/drawing/2017/decorative" val="1"/>
              </a:ext>
            </a:extLst>
          </p:cNvPr>
          <p:cNvSpPr/>
          <p:nvPr/>
        </p:nvSpPr>
        <p:spPr>
          <a:xfrm>
            <a:off x="345960" y="6228360"/>
            <a:ext cx="6049080" cy="445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1200" b="1" u="none" strike="noStrike">
                <a:solidFill>
                  <a:schemeClr val="lt1"/>
                </a:solidFill>
                <a:effectLst/>
                <a:uFillTx/>
                <a:latin typeface="Arial"/>
              </a:rPr>
              <a:t>&lt;Add your team or unit name here&gt;</a:t>
            </a:r>
            <a:endParaRPr lang="en-US" sz="1200" b="0" u="none" strike="noStrike">
              <a:solidFill>
                <a:srgbClr val="000000"/>
              </a:solidFill>
              <a:effectLst/>
              <a:uFillTx/>
              <a:latin typeface="Arial"/>
            </a:endParaRPr>
          </a:p>
          <a:p>
            <a:pPr defTabSz="914400">
              <a:lnSpc>
                <a:spcPct val="100000"/>
              </a:lnSpc>
            </a:pPr>
            <a:r>
              <a:rPr lang="en-AU" sz="1100" b="0" u="none" strike="noStrike">
                <a:solidFill>
                  <a:schemeClr val="lt1"/>
                </a:solidFill>
                <a:effectLst/>
                <a:uFillTx/>
                <a:latin typeface="Arial"/>
              </a:rPr>
              <a:t>&lt;Add your department, faculty or division name here&gt;</a:t>
            </a:r>
            <a:endParaRPr lang="en-US" sz="1100" b="0" u="none" strike="noStrike">
              <a:solidFill>
                <a:srgbClr val="000000"/>
              </a:solidFill>
              <a:effectLst/>
              <a:uFillTx/>
              <a:latin typeface="Arial"/>
            </a:endParaRPr>
          </a:p>
        </p:txBody>
      </p:sp>
      <p:pic>
        <p:nvPicPr>
          <p:cNvPr id="85" name="Picture 13"/>
          <p:cNvPicPr/>
          <p:nvPr/>
        </p:nvPicPr>
        <p:blipFill>
          <a:blip r:embed="rId3"/>
          <a:stretch/>
        </p:blipFill>
        <p:spPr>
          <a:xfrm>
            <a:off x="11264040" y="6238080"/>
            <a:ext cx="467280" cy="467280"/>
          </a:xfrm>
          <a:prstGeom prst="rect">
            <a:avLst/>
          </a:prstGeom>
          <a:noFill/>
          <a:ln w="0">
            <a:noFill/>
          </a:ln>
        </p:spPr>
      </p:pic>
      <p:sp>
        <p:nvSpPr>
          <p:cNvPr id="86" name="Rectangle 4">
            <a:extLst>
              <a:ext uri="{C183D7F6-B498-43B3-948B-1728B52AA6E4}">
                <adec:decorative xmlns:adec="http://schemas.microsoft.com/office/drawing/2017/decorative" val="1"/>
              </a:ext>
            </a:extLst>
          </p:cNvPr>
          <p:cNvSpPr/>
          <p:nvPr/>
        </p:nvSpPr>
        <p:spPr>
          <a:xfrm>
            <a:off x="0" y="0"/>
            <a:ext cx="12191400" cy="6075360"/>
          </a:xfrm>
          <a:prstGeom prst="rect">
            <a:avLst/>
          </a:prstGeom>
          <a:solidFill>
            <a:srgbClr val="14265E"/>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AU" sz="1800" b="0" u="none" strike="noStrike">
              <a:solidFill>
                <a:schemeClr val="lt1"/>
              </a:solidFill>
              <a:effectLst/>
              <a:uFillTx/>
              <a:latin typeface="Arial"/>
            </a:endParaRPr>
          </a:p>
        </p:txBody>
      </p:sp>
      <p:sp>
        <p:nvSpPr>
          <p:cNvPr id="87" name="PlaceHolder 1"/>
          <p:cNvSpPr>
            <a:spLocks noGrp="1"/>
          </p:cNvSpPr>
          <p:nvPr>
            <p:ph type="sldNum" idx="6"/>
          </p:nvPr>
        </p:nvSpPr>
        <p:spPr>
          <a:xfrm>
            <a:off x="11188440" y="186120"/>
            <a:ext cx="65628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lumMod val="75000"/>
                    <a:lumOff val="25000"/>
                  </a:schemeClr>
                </a:solidFill>
                <a:effectLst/>
                <a:uFillTx/>
                <a:latin typeface="Arial"/>
              </a:defRPr>
            </a:lvl1pPr>
          </a:lstStyle>
          <a:p>
            <a:pPr indent="0" algn="r" defTabSz="914400">
              <a:lnSpc>
                <a:spcPct val="100000"/>
              </a:lnSpc>
              <a:buNone/>
              <a:tabLst>
                <a:tab pos="0" algn="l"/>
              </a:tabLst>
            </a:pPr>
            <a:fld id="{D6DDB94B-6248-4C3D-80BC-EC4BB5A87E02}" type="slidenum">
              <a:rPr lang="en-AU" sz="1200" b="0" u="none" strike="noStrike">
                <a:solidFill>
                  <a:schemeClr val="dk1">
                    <a:lumMod val="75000"/>
                    <a:lumOff val="25000"/>
                  </a:schemeClr>
                </a:solidFill>
                <a:effectLst/>
                <a:uFillTx/>
                <a:latin typeface="Arial"/>
              </a:rPr>
              <a:t>&lt;number&gt;</a:t>
            </a:fld>
            <a:endParaRPr lang="en-US" sz="1200" b="0" u="none" strike="noStrike">
              <a:solidFill>
                <a:srgbClr val="000000"/>
              </a:solidFill>
              <a:effectLst/>
              <a:uFillTx/>
              <a:latin typeface="Times New Roman"/>
            </a:endParaRPr>
          </a:p>
        </p:txBody>
      </p:sp>
      <p:sp>
        <p:nvSpPr>
          <p:cNvPr id="88" name="PlaceHolder 2">
            <a:extLst>
              <a:ext uri="{C183D7F6-B498-43B3-948B-1728B52AA6E4}">
                <adec:decorative xmlns:adec="http://schemas.microsoft.com/office/drawing/2017/decorative" val="1"/>
              </a:ext>
            </a:extLst>
          </p:cNvPr>
          <p:cNvSpPr>
            <a:spLocks noGrp="1"/>
          </p:cNvSpPr>
          <p:nvPr>
            <p:ph type="body" hasCustomPrompt="1"/>
          </p:nvPr>
        </p:nvSpPr>
        <p:spPr>
          <a:xfrm>
            <a:off x="468000" y="1800000"/>
            <a:ext cx="11231280" cy="39592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FFFFFF"/>
              </a:buClr>
              <a:buFont typeface="Arial"/>
              <a:buChar char="•"/>
              <a:defRPr lang="en-US" sz="2400" b="0" u="none" strike="noStrike">
                <a:solidFill>
                  <a:schemeClr val="lt1"/>
                </a:solidFill>
                <a:effectLst/>
                <a:uFillTx/>
                <a:latin typeface="Arial"/>
              </a:defRPr>
            </a:lvl1pPr>
            <a:lvl2pPr lvl="1" algn="l" defTabSz="914400">
              <a:lnSpc>
                <a:spcPct val="90000"/>
              </a:lnSpc>
              <a:spcBef>
                <a:spcPts val="499"/>
              </a:spcBef>
              <a:buClr>
                <a:srgbClr val="FFFFFF"/>
              </a:buClr>
              <a:buFont typeface="Arial"/>
              <a:buChar char="•"/>
              <a:defRPr lang="en-US" sz="2400" b="0" u="none" strike="noStrike">
                <a:solidFill>
                  <a:schemeClr val="lt1"/>
                </a:solidFill>
                <a:effectLst/>
                <a:uFillTx/>
                <a:latin typeface="Arial"/>
              </a:defRPr>
            </a:lvl2pPr>
            <a:lvl3pPr lvl="2" algn="l" defTabSz="914400">
              <a:lnSpc>
                <a:spcPct val="90000"/>
              </a:lnSpc>
              <a:spcBef>
                <a:spcPts val="499"/>
              </a:spcBef>
              <a:buClr>
                <a:srgbClr val="FFFFFF"/>
              </a:buClr>
              <a:buFont typeface="Arial"/>
              <a:buChar char="•"/>
              <a:defRPr lang="en-US" sz="2400" b="0" u="none" strike="noStrike">
                <a:solidFill>
                  <a:schemeClr val="lt1"/>
                </a:solidFill>
                <a:effectLst/>
                <a:uFillTx/>
                <a:latin typeface="Arial"/>
              </a:defRPr>
            </a:lvl3pPr>
            <a:lvl4pPr lvl="3" algn="l" defTabSz="914400">
              <a:lnSpc>
                <a:spcPct val="90000"/>
              </a:lnSpc>
              <a:spcBef>
                <a:spcPts val="499"/>
              </a:spcBef>
              <a:buClr>
                <a:srgbClr val="FFFFFF"/>
              </a:buClr>
              <a:buFont typeface="Arial"/>
              <a:buChar char="•"/>
              <a:defRPr lang="en-US" sz="2400" b="0" u="none" strike="noStrike">
                <a:solidFill>
                  <a:schemeClr val="lt1"/>
                </a:solidFill>
                <a:effectLst/>
                <a:uFillTx/>
                <a:latin typeface="Arial"/>
              </a:defRPr>
            </a:lvl4pPr>
            <a:lvl5pPr lvl="4" algn="l" defTabSz="914400">
              <a:lnSpc>
                <a:spcPct val="90000"/>
              </a:lnSpc>
              <a:spcBef>
                <a:spcPts val="499"/>
              </a:spcBef>
              <a:buClr>
                <a:srgbClr val="FFFFFF"/>
              </a:buClr>
              <a:buFont typeface="Arial"/>
              <a:buChar char="•"/>
              <a:defRPr lang="en-US" sz="2400" b="0" u="none" strike="noStrike">
                <a:solidFill>
                  <a:schemeClr val="lt1"/>
                </a:solidFill>
                <a:effectLst/>
                <a:uFillTx/>
                <a:latin typeface="Arial"/>
              </a:defRPr>
            </a:lvl5pPr>
          </a:lstStyle>
          <a:p>
            <a:pPr marL="228600" indent="-228600" algn="l" defTabSz="914400">
              <a:lnSpc>
                <a:spcPct val="90000"/>
              </a:lnSpc>
              <a:spcBef>
                <a:spcPts val="1001"/>
              </a:spcBef>
              <a:buClr>
                <a:srgbClr val="FFFFFF"/>
              </a:buClr>
              <a:buFont typeface="Arial"/>
              <a:buChar char="•"/>
            </a:pPr>
            <a:r>
              <a:rPr lang="en-US" sz="2400" b="0" u="none" strike="noStrike">
                <a:solidFill>
                  <a:schemeClr val="lt1"/>
                </a:solidFill>
                <a:effectLst/>
                <a:uFillTx/>
                <a:latin typeface="Arial"/>
              </a:rPr>
              <a:t>Edit Master text styles</a:t>
            </a:r>
            <a:endParaRPr lang="en-US" sz="2400" b="0" u="none" strike="noStrike">
              <a:solidFill>
                <a:schemeClr val="lt1"/>
              </a:solidFill>
              <a:effectLst/>
              <a:uFillTx/>
              <a:latin typeface="Arial"/>
            </a:endParaRPr>
          </a:p>
          <a:p>
            <a:pPr marL="685800" lvl="1" indent="-228600" algn="l" defTabSz="914400">
              <a:lnSpc>
                <a:spcPct val="90000"/>
              </a:lnSpc>
              <a:spcBef>
                <a:spcPts val="499"/>
              </a:spcBef>
              <a:buClr>
                <a:srgbClr val="FFFFFF"/>
              </a:buClr>
              <a:buFont typeface="Arial"/>
              <a:buChar char="•"/>
            </a:pPr>
            <a:r>
              <a:rPr lang="en-US" sz="2400" b="0" u="none" strike="noStrike">
                <a:solidFill>
                  <a:schemeClr val="lt1"/>
                </a:solidFill>
                <a:effectLst/>
                <a:uFillTx/>
                <a:latin typeface="Arial"/>
              </a:rPr>
              <a:t>Second level</a:t>
            </a:r>
            <a:endParaRPr lang="en-US" sz="2400" b="0" u="none" strike="noStrike">
              <a:solidFill>
                <a:schemeClr val="lt1"/>
              </a:solidFill>
              <a:effectLst/>
              <a:uFillTx/>
              <a:latin typeface="Arial"/>
            </a:endParaRPr>
          </a:p>
          <a:p>
            <a:pPr marL="1143000" lvl="2" indent="-228600" algn="l" defTabSz="914400">
              <a:lnSpc>
                <a:spcPct val="90000"/>
              </a:lnSpc>
              <a:spcBef>
                <a:spcPts val="499"/>
              </a:spcBef>
              <a:buClr>
                <a:srgbClr val="FFFFFF"/>
              </a:buClr>
              <a:buFont typeface="Arial"/>
              <a:buChar char="•"/>
            </a:pPr>
            <a:r>
              <a:rPr lang="en-US" sz="2400" b="0" u="none" strike="noStrike">
                <a:solidFill>
                  <a:schemeClr val="lt1"/>
                </a:solidFill>
                <a:effectLst/>
                <a:uFillTx/>
                <a:latin typeface="Arial"/>
              </a:rPr>
              <a:t>Third level</a:t>
            </a:r>
            <a:endParaRPr lang="en-US" sz="2400" b="0" u="none" strike="noStrike">
              <a:solidFill>
                <a:schemeClr val="lt1"/>
              </a:solidFill>
              <a:effectLst/>
              <a:uFillTx/>
              <a:latin typeface="Arial"/>
            </a:endParaRPr>
          </a:p>
          <a:p>
            <a:pPr marL="1600200" lvl="3" indent="-228600" algn="l" defTabSz="914400">
              <a:lnSpc>
                <a:spcPct val="90000"/>
              </a:lnSpc>
              <a:spcBef>
                <a:spcPts val="499"/>
              </a:spcBef>
              <a:buClr>
                <a:srgbClr val="FFFFFF"/>
              </a:buClr>
              <a:buFont typeface="Arial"/>
              <a:buChar char="•"/>
            </a:pPr>
            <a:r>
              <a:rPr lang="en-US" sz="2400" b="0" u="none" strike="noStrike">
                <a:solidFill>
                  <a:schemeClr val="lt1"/>
                </a:solidFill>
                <a:effectLst/>
                <a:uFillTx/>
                <a:latin typeface="Arial"/>
              </a:rPr>
              <a:t>Fourth level</a:t>
            </a:r>
            <a:endParaRPr lang="en-US" sz="2400" b="0" u="none" strike="noStrike">
              <a:solidFill>
                <a:schemeClr val="lt1"/>
              </a:solidFill>
              <a:effectLst/>
              <a:uFillTx/>
              <a:latin typeface="Arial"/>
            </a:endParaRPr>
          </a:p>
          <a:p>
            <a:pPr marL="2057400" lvl="4" indent="-228600" algn="l" defTabSz="914400">
              <a:lnSpc>
                <a:spcPct val="90000"/>
              </a:lnSpc>
              <a:spcBef>
                <a:spcPts val="499"/>
              </a:spcBef>
              <a:buClr>
                <a:srgbClr val="FFFFFF"/>
              </a:buClr>
              <a:buFont typeface="Arial"/>
              <a:buChar char="•"/>
            </a:pPr>
            <a:r>
              <a:rPr lang="en-US" sz="2400" b="0" u="none" strike="noStrike">
                <a:solidFill>
                  <a:schemeClr val="lt1"/>
                </a:solidFill>
                <a:effectLst/>
                <a:uFillTx/>
                <a:latin typeface="Arial"/>
              </a:rPr>
              <a:t>Fifth level</a:t>
            </a:r>
            <a:endParaRPr lang="en-US" sz="2400" b="0" u="none" strike="noStrike">
              <a:solidFill>
                <a:schemeClr val="lt1"/>
              </a:solidFill>
              <a:effectLst/>
              <a:uFillTx/>
              <a:latin typeface="Arial"/>
            </a:endParaRPr>
          </a:p>
        </p:txBody>
      </p:sp>
      <p:sp>
        <p:nvSpPr>
          <p:cNvPr id="89" name="PlaceHolder 3">
            <a:extLst>
              <a:ext uri="{C183D7F6-B498-43B3-948B-1728B52AA6E4}">
                <adec:decorative xmlns:adec="http://schemas.microsoft.com/office/drawing/2017/decorative" val="1"/>
              </a:ext>
            </a:extLst>
          </p:cNvPr>
          <p:cNvSpPr>
            <a:spLocks noGrp="1"/>
          </p:cNvSpPr>
          <p:nvPr>
            <p:ph type="title"/>
          </p:nvPr>
        </p:nvSpPr>
        <p:spPr>
          <a:xfrm>
            <a:off x="468000" y="360000"/>
            <a:ext cx="11231280" cy="133128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GB" sz="4400" b="1" u="none" strike="noStrike">
                <a:solidFill>
                  <a:schemeClr val="lt1"/>
                </a:solidFill>
                <a:effectLst/>
                <a:uFillTx/>
                <a:latin typeface="Arial"/>
              </a:defRPr>
            </a:lvl1pPr>
          </a:lstStyle>
          <a:p>
            <a:pPr indent="0" algn="l" defTabSz="914400">
              <a:lnSpc>
                <a:spcPct val="90000"/>
              </a:lnSpc>
              <a:buNone/>
              <a:tabLst>
                <a:tab pos="0" algn="l"/>
              </a:tabLst>
            </a:pPr>
            <a:r>
              <a:rPr lang="en-GB" sz="4400" b="1" u="none" strike="noStrike">
                <a:solidFill>
                  <a:schemeClr val="lt1"/>
                </a:solidFill>
                <a:effectLst/>
                <a:uFillTx/>
                <a:latin typeface="Arial"/>
              </a:rPr>
              <a:t>Click to edit Master title style</a:t>
            </a:r>
            <a:endParaRPr lang="en-GB" sz="4400" b="1" u="none" strike="noStrike">
              <a:solidFill>
                <a:schemeClr val="lt1"/>
              </a:solidFill>
              <a:effectLst/>
              <a:uFillTx/>
              <a:latin typeface="Arial"/>
            </a:endParaRPr>
          </a:p>
        </p:txBody>
      </p:sp>
      <p:sp>
        <p:nvSpPr>
          <p:cNvPr id="90" name="TextBox 6" descr="CRICOS No. 00213J"/>
          <p:cNvSpPr/>
          <p:nvPr/>
        </p:nvSpPr>
        <p:spPr>
          <a:xfrm>
            <a:off x="345960" y="5861520"/>
            <a:ext cx="3101040" cy="183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AU" sz="600" b="0" u="none" strike="noStrike">
                <a:solidFill>
                  <a:schemeClr val="lt1">
                    <a:lumMod val="85000"/>
                  </a:schemeClr>
                </a:solidFill>
                <a:effectLst/>
                <a:uFillTx/>
                <a:latin typeface="Arial"/>
              </a:rPr>
              <a:t>TEQSA Provider ID PRV12079  Australian University | CRICOS No.00213J</a:t>
            </a:r>
            <a:endParaRPr lang="en-US" sz="6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13.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hasCustomPrompt="1"/>
          </p:nvPr>
        </p:nvSpPr>
        <p:spPr>
          <a:xfrm>
            <a:off x="435600" y="3429000"/>
            <a:ext cx="7379640" cy="2231640"/>
          </a:xfrm>
          <a:prstGeom prst="rect">
            <a:avLst/>
          </a:prstGeom>
          <a:noFill/>
          <a:ln w="0">
            <a:noFill/>
          </a:ln>
        </p:spPr>
        <p:txBody>
          <a:bodyPr lIns="90000" tIns="45000" rIns="90000" bIns="45000" anchor="t">
            <a:noAutofit/>
          </a:bodyPr>
          <a:p>
            <a:pPr marL="228600" indent="-228600" algn="l" defTabSz="914400">
              <a:lnSpc>
                <a:spcPct val="90000"/>
              </a:lnSpc>
              <a:spcBef>
                <a:spcPts val="1001"/>
              </a:spcBef>
              <a:buNone/>
              <a:tabLst>
                <a:tab pos="0" algn="l"/>
              </a:tabLst>
            </a:pPr>
            <a:r>
              <a:rPr lang="en-AU" sz="1800" b="0" u="none" strike="noStrike">
                <a:solidFill>
                  <a:schemeClr val="lt1"/>
                </a:solidFill>
                <a:effectLst/>
                <a:uFillTx/>
                <a:latin typeface="Arial"/>
              </a:rPr>
              <a:t>Daniel Do </a:t>
            </a:r>
            <a:endParaRPr lang="en-US" sz="1800" b="0" u="none" strike="noStrike">
              <a:solidFill>
                <a:schemeClr val="lt1"/>
              </a:solidFill>
              <a:effectLst/>
              <a:uFillTx/>
              <a:latin typeface="Arial"/>
            </a:endParaRPr>
          </a:p>
          <a:p>
            <a:pPr marL="228600" indent="-228600" algn="l" defTabSz="914400">
              <a:lnSpc>
                <a:spcPct val="90000"/>
              </a:lnSpc>
              <a:spcBef>
                <a:spcPts val="1001"/>
              </a:spcBef>
              <a:buNone/>
              <a:tabLst>
                <a:tab pos="0" algn="l"/>
              </a:tabLst>
            </a:pPr>
            <a:r>
              <a:rPr lang="en-AU" sz="1800" b="0" u="none" strike="noStrike">
                <a:solidFill>
                  <a:schemeClr val="lt1"/>
                </a:solidFill>
                <a:effectLst/>
                <a:uFillTx/>
                <a:latin typeface="Arial"/>
              </a:rPr>
              <a:t>Ethan Brown</a:t>
            </a:r>
            <a:endParaRPr lang="en-US" sz="1800" b="0" u="none" strike="noStrike">
              <a:solidFill>
                <a:schemeClr val="lt1"/>
              </a:solidFill>
              <a:effectLst/>
              <a:uFillTx/>
              <a:latin typeface="Arial"/>
            </a:endParaRPr>
          </a:p>
          <a:p>
            <a:pPr marL="228600" indent="-228600" algn="l" defTabSz="914400">
              <a:lnSpc>
                <a:spcPct val="90000"/>
              </a:lnSpc>
              <a:spcBef>
                <a:spcPts val="1001"/>
              </a:spcBef>
              <a:buNone/>
              <a:tabLst>
                <a:tab pos="0" algn="l"/>
              </a:tabLst>
            </a:pPr>
            <a:r>
              <a:rPr lang="en-AU" sz="1800" b="0" u="none" strike="noStrike">
                <a:solidFill>
                  <a:schemeClr val="lt1"/>
                </a:solidFill>
                <a:effectLst/>
                <a:uFillTx/>
                <a:latin typeface="Arial"/>
              </a:rPr>
              <a:t>Nate Daniels</a:t>
            </a:r>
            <a:endParaRPr lang="en-US" sz="1800" b="0" u="none" strike="noStrike">
              <a:solidFill>
                <a:schemeClr val="lt1"/>
              </a:solidFill>
              <a:effectLst/>
              <a:uFillTx/>
              <a:latin typeface="Arial"/>
            </a:endParaRPr>
          </a:p>
          <a:p>
            <a:pPr marL="228600" indent="-228600" algn="l" defTabSz="914400">
              <a:lnSpc>
                <a:spcPct val="90000"/>
              </a:lnSpc>
              <a:spcBef>
                <a:spcPts val="1001"/>
              </a:spcBef>
              <a:buNone/>
              <a:tabLst>
                <a:tab pos="0" algn="l"/>
              </a:tabLst>
            </a:pPr>
            <a:r>
              <a:rPr lang="en-AU" sz="1800" b="0" u="none" strike="noStrike">
                <a:solidFill>
                  <a:schemeClr val="lt1"/>
                </a:solidFill>
                <a:effectLst/>
                <a:uFillTx/>
                <a:latin typeface="Arial"/>
              </a:rPr>
              <a:t>Nick Kilroe</a:t>
            </a:r>
            <a:endParaRPr lang="en-US" sz="1800" b="0" u="none" strike="noStrike">
              <a:solidFill>
                <a:schemeClr val="lt1"/>
              </a:solidFill>
              <a:effectLst/>
              <a:uFillTx/>
              <a:latin typeface="Arial"/>
            </a:endParaRPr>
          </a:p>
          <a:p>
            <a:pPr marL="228600" indent="-228600" algn="l" defTabSz="914400">
              <a:lnSpc>
                <a:spcPct val="90000"/>
              </a:lnSpc>
              <a:spcBef>
                <a:spcPts val="1001"/>
              </a:spcBef>
              <a:buNone/>
              <a:tabLst>
                <a:tab pos="0" algn="l"/>
              </a:tabLst>
            </a:pPr>
            <a:r>
              <a:rPr lang="en-AU" sz="1800" b="0" u="none" strike="noStrike">
                <a:solidFill>
                  <a:schemeClr val="lt1"/>
                </a:solidFill>
                <a:effectLst/>
                <a:uFillTx/>
                <a:latin typeface="Arial"/>
              </a:rPr>
              <a:t>Jacob Farrell</a:t>
            </a:r>
            <a:endParaRPr lang="en-US" sz="1800" b="0" u="none" strike="noStrike">
              <a:solidFill>
                <a:schemeClr val="lt1"/>
              </a:solidFill>
              <a:effectLst/>
              <a:uFillTx/>
              <a:latin typeface="Arial"/>
            </a:endParaRPr>
          </a:p>
        </p:txBody>
      </p:sp>
      <p:sp>
        <p:nvSpPr>
          <p:cNvPr id="98" name="PlaceHolder 2"/>
          <p:cNvSpPr>
            <a:spLocks noGrp="1"/>
          </p:cNvSpPr>
          <p:nvPr>
            <p:ph type="subTitle" hasCustomPrompt="1"/>
          </p:nvPr>
        </p:nvSpPr>
        <p:spPr>
          <a:xfrm>
            <a:off x="435240" y="3036240"/>
            <a:ext cx="7379640" cy="392040"/>
          </a:xfrm>
          <a:prstGeom prst="rect">
            <a:avLst/>
          </a:prstGeom>
          <a:noFill/>
          <a:ln w="0">
            <a:noFill/>
          </a:ln>
        </p:spPr>
        <p:txBody>
          <a:bodyPr lIns="90000" tIns="45000" rIns="90000" bIns="45000" anchor="t">
            <a:noAutofit/>
          </a:bodyPr>
          <a:p>
            <a:pPr marL="228600" indent="0" algn="l" defTabSz="914400">
              <a:lnSpc>
                <a:spcPct val="90000"/>
              </a:lnSpc>
              <a:spcBef>
                <a:spcPts val="1001"/>
              </a:spcBef>
              <a:buNone/>
              <a:tabLst>
                <a:tab pos="0" algn="l"/>
              </a:tabLst>
            </a:pPr>
            <a:r>
              <a:rPr lang="en-AU" sz="2000" b="1" u="none" strike="noStrike">
                <a:solidFill>
                  <a:schemeClr val="lt1"/>
                </a:solidFill>
                <a:effectLst/>
                <a:uFillTx/>
                <a:latin typeface="Arial"/>
              </a:rPr>
              <a:t>Excel Sheets United</a:t>
            </a:r>
            <a:endParaRPr lang="en-US" sz="2000" b="0" u="none" strike="noStrike">
              <a:solidFill>
                <a:srgbClr val="000000"/>
              </a:solidFill>
              <a:effectLst/>
              <a:uFillTx/>
              <a:latin typeface="Arial"/>
            </a:endParaRPr>
          </a:p>
        </p:txBody>
      </p:sp>
      <p:sp>
        <p:nvSpPr>
          <p:cNvPr id="99" name="PlaceHolder 3"/>
          <p:cNvSpPr>
            <a:spLocks noGrp="1"/>
          </p:cNvSpPr>
          <p:nvPr>
            <p:ph type="title" hasCustomPrompt="1"/>
          </p:nvPr>
        </p:nvSpPr>
        <p:spPr>
          <a:xfrm>
            <a:off x="435240" y="1956240"/>
            <a:ext cx="7379640" cy="958320"/>
          </a:xfrm>
          <a:prstGeom prst="rect">
            <a:avLst/>
          </a:prstGeom>
          <a:noFill/>
          <a:ln w="0">
            <a:noFill/>
          </a:ln>
        </p:spPr>
        <p:txBody>
          <a:bodyPr lIns="90000" tIns="45000" rIns="90000" bIns="45000" anchor="b">
            <a:noAutofit/>
          </a:bodyPr>
          <a:p>
            <a:pPr indent="0" algn="l" defTabSz="914400">
              <a:lnSpc>
                <a:spcPct val="90000"/>
              </a:lnSpc>
              <a:buNone/>
              <a:tabLst>
                <a:tab pos="0" algn="l"/>
              </a:tabLst>
            </a:pPr>
            <a:r>
              <a:rPr lang="en-AU" sz="5400" b="1" u="none" strike="noStrike">
                <a:solidFill>
                  <a:schemeClr val="lt1"/>
                </a:solidFill>
                <a:effectLst/>
                <a:uFillTx/>
                <a:latin typeface="Arial"/>
              </a:rPr>
              <a:t>Desktop Pet</a:t>
            </a:r>
            <a:endParaRPr lang="en-US" sz="5400" b="1" u="none" strike="noStrike">
              <a:solidFill>
                <a:schemeClr val="lt1"/>
              </a:solidFill>
              <a:effectLst/>
              <a:uFillTx/>
              <a:latin typeface="Arial"/>
            </a:endParaRPr>
          </a:p>
        </p:txBody>
      </p:sp>
    </p:spTree>
  </p:cSld>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p:nvPr>
        </p:nvSpPr>
        <p:spPr>
          <a:xfrm>
            <a:off x="7726320" y="1719360"/>
            <a:ext cx="4225680" cy="4067280"/>
          </a:xfrm>
          <a:prstGeom prst="rect">
            <a:avLst/>
          </a:prstGeom>
          <a:noFill/>
          <a:ln w="0">
            <a:noFill/>
          </a:ln>
        </p:spPr>
        <p:txBody>
          <a:bodyPr lIns="91440" tIns="45720" rIns="91440" bIns="45720" anchor="t">
            <a:noAutofit/>
          </a:bodyPr>
          <a:p>
            <a:pPr indent="0" algn="l" defTabSz="914400">
              <a:lnSpc>
                <a:spcPct val="90000"/>
              </a:lnSpc>
              <a:spcBef>
                <a:spcPts val="1001"/>
              </a:spcBef>
              <a:buNone/>
              <a:tabLst>
                <a:tab pos="0" algn="l"/>
              </a:tabLst>
            </a:pPr>
            <a:r>
              <a:rPr lang="en-AU" sz="2000" b="0" u="none" strike="noStrike">
                <a:solidFill>
                  <a:srgbClr val="FF0000"/>
                </a:solidFill>
                <a:effectLst/>
                <a:uFillTx/>
                <a:latin typeface="Arial"/>
              </a:rPr>
              <a:t>The Problem:</a:t>
            </a:r>
            <a:endParaRPr lang="en-GB" sz="2000" b="0" u="none" strike="noStrike">
              <a:solidFill>
                <a:srgbClr val="1C1C1C"/>
              </a:solidFill>
              <a:effectLst/>
              <a:uFillTx/>
              <a:latin typeface="Arial"/>
            </a:endParaRPr>
          </a:p>
          <a:p>
            <a:pPr indent="0" algn="l" defTabSz="914400">
              <a:lnSpc>
                <a:spcPct val="90000"/>
              </a:lnSpc>
              <a:spcBef>
                <a:spcPts val="1001"/>
              </a:spcBef>
              <a:buNone/>
              <a:tabLst>
                <a:tab pos="0" algn="l"/>
              </a:tabLst>
            </a:pPr>
            <a:r>
              <a:rPr lang="en-AU" sz="2000" b="0" u="none" strike="noStrike">
                <a:solidFill>
                  <a:srgbClr val="000619"/>
                </a:solidFill>
                <a:effectLst/>
                <a:uFillTx/>
                <a:latin typeface="Arial"/>
              </a:rPr>
              <a:t>Working at a desk all day can be dreadfully boring and hard to manage. </a:t>
            </a:r>
            <a:endParaRPr lang="en-GB" sz="2000" b="0" u="none" strike="noStrike">
              <a:solidFill>
                <a:srgbClr val="1C1C1C"/>
              </a:solidFill>
              <a:effectLst/>
              <a:uFillTx/>
              <a:latin typeface="Arial"/>
            </a:endParaRPr>
          </a:p>
          <a:p>
            <a:pPr indent="0" algn="l" defTabSz="914400">
              <a:lnSpc>
                <a:spcPct val="90000"/>
              </a:lnSpc>
              <a:spcBef>
                <a:spcPts val="1001"/>
              </a:spcBef>
              <a:buNone/>
              <a:tabLst>
                <a:tab pos="0" algn="l"/>
              </a:tabLst>
            </a:pPr>
            <a:r>
              <a:rPr lang="en-AU" sz="2000" b="0" u="none" strike="noStrike">
                <a:solidFill>
                  <a:srgbClr val="FF0000"/>
                </a:solidFill>
                <a:effectLst/>
                <a:uFillTx/>
                <a:latin typeface="Arial"/>
              </a:rPr>
              <a:t>The Users:</a:t>
            </a:r>
            <a:endParaRPr lang="en-GB" sz="2000" b="0" u="none" strike="noStrike">
              <a:solidFill>
                <a:srgbClr val="1C1C1C"/>
              </a:solidFill>
              <a:effectLst/>
              <a:uFillTx/>
              <a:latin typeface="Arial"/>
            </a:endParaRPr>
          </a:p>
          <a:p>
            <a:pPr indent="0" algn="l" defTabSz="914400">
              <a:lnSpc>
                <a:spcPct val="90000"/>
              </a:lnSpc>
              <a:spcBef>
                <a:spcPts val="1001"/>
              </a:spcBef>
              <a:buNone/>
              <a:tabLst>
                <a:tab pos="0" algn="l"/>
              </a:tabLst>
            </a:pPr>
            <a:r>
              <a:rPr lang="en-AU" sz="2000" b="0" u="none" strike="noStrike">
                <a:solidFill>
                  <a:srgbClr val="000619"/>
                </a:solidFill>
                <a:effectLst/>
                <a:uFillTx/>
                <a:latin typeface="Arial"/>
              </a:rPr>
              <a:t>People who must use a computer for long periods of time to work or study.</a:t>
            </a:r>
            <a:endParaRPr lang="en-GB" sz="2000" b="0" u="none" strike="noStrike">
              <a:solidFill>
                <a:srgbClr val="1C1C1C"/>
              </a:solidFill>
              <a:effectLst/>
              <a:uFillTx/>
              <a:latin typeface="Arial"/>
            </a:endParaRPr>
          </a:p>
          <a:p>
            <a:pPr indent="0" algn="l" defTabSz="914400">
              <a:lnSpc>
                <a:spcPct val="90000"/>
              </a:lnSpc>
              <a:spcBef>
                <a:spcPts val="1001"/>
              </a:spcBef>
              <a:buNone/>
              <a:tabLst>
                <a:tab pos="0" algn="l"/>
              </a:tabLst>
            </a:pPr>
            <a:r>
              <a:rPr lang="en-AU" sz="2000" b="0" u="none" strike="noStrike">
                <a:solidFill>
                  <a:srgbClr val="FF0000"/>
                </a:solidFill>
                <a:effectLst/>
                <a:uFillTx/>
                <a:latin typeface="Arial"/>
              </a:rPr>
              <a:t>The Purpose:</a:t>
            </a:r>
            <a:endParaRPr lang="en-GB" sz="2000" b="0" u="none" strike="noStrike">
              <a:solidFill>
                <a:srgbClr val="1C1C1C"/>
              </a:solidFill>
              <a:effectLst/>
              <a:uFillTx/>
              <a:latin typeface="Arial"/>
            </a:endParaRPr>
          </a:p>
          <a:p>
            <a:pPr indent="0" algn="l" defTabSz="914400">
              <a:lnSpc>
                <a:spcPct val="90000"/>
              </a:lnSpc>
              <a:spcBef>
                <a:spcPts val="1001"/>
              </a:spcBef>
              <a:buNone/>
              <a:tabLst>
                <a:tab pos="0" algn="l"/>
              </a:tabLst>
            </a:pPr>
            <a:r>
              <a:rPr lang="en-AU" sz="2000" b="0" u="none" strike="noStrike">
                <a:solidFill>
                  <a:srgbClr val="000619"/>
                </a:solidFill>
                <a:effectLst/>
                <a:uFillTx/>
                <a:latin typeface="Arial"/>
              </a:rPr>
              <a:t>We want to help people to thrive and not just survive in this environment.</a:t>
            </a:r>
            <a:endParaRPr lang="en-GB" sz="2000" b="0" u="none" strike="noStrike">
              <a:solidFill>
                <a:srgbClr val="1C1C1C"/>
              </a:solidFill>
              <a:effectLst/>
              <a:uFillTx/>
              <a:latin typeface="Arial"/>
            </a:endParaRPr>
          </a:p>
        </p:txBody>
      </p:sp>
      <p:pic>
        <p:nvPicPr>
          <p:cNvPr id="101" name="Content Placeholder 5"/>
          <p:cNvPicPr/>
          <p:nvPr/>
        </p:nvPicPr>
        <p:blipFill>
          <a:blip r:embed="rId1"/>
          <a:stretch/>
        </p:blipFill>
        <p:spPr>
          <a:xfrm>
            <a:off x="235080" y="1647000"/>
            <a:ext cx="7490520" cy="4212000"/>
          </a:xfrm>
          <a:prstGeom prst="rect">
            <a:avLst/>
          </a:prstGeom>
          <a:noFill/>
          <a:ln w="0">
            <a:noFill/>
          </a:ln>
        </p:spPr>
      </p:pic>
      <p:sp>
        <p:nvSpPr>
          <p:cNvPr id="102" name="PlaceHolder 2"/>
          <p:cNvSpPr>
            <a:spLocks noGrp="1"/>
          </p:cNvSpPr>
          <p:nvPr>
            <p:ph type="title"/>
          </p:nvPr>
        </p:nvSpPr>
        <p:spPr>
          <a:xfrm>
            <a:off x="468000" y="360000"/>
            <a:ext cx="11231280" cy="13312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AU" sz="4400" b="1" u="none" strike="noStrike">
                <a:solidFill>
                  <a:srgbClr val="14265E"/>
                </a:solidFill>
                <a:effectLst/>
                <a:uFillTx/>
                <a:latin typeface="Arial"/>
              </a:rPr>
              <a:t>The Problem, the Users, and the Purpose</a:t>
            </a:r>
            <a:endParaRPr lang="en-GB" sz="4400" b="1" u="none" strike="noStrike">
              <a:solidFill>
                <a:srgbClr val="14265E"/>
              </a:solidFill>
              <a:effectLst/>
              <a:uFillTx/>
              <a:latin typeface="Arial"/>
            </a:endParaRPr>
          </a:p>
        </p:txBody>
      </p:sp>
      <p:sp>
        <p:nvSpPr>
          <p:cNvPr id="103" name="Rectangle 6"/>
          <p:cNvSpPr/>
          <p:nvPr/>
        </p:nvSpPr>
        <p:spPr>
          <a:xfrm>
            <a:off x="12600" y="6095880"/>
            <a:ext cx="11231280" cy="748440"/>
          </a:xfrm>
          <a:prstGeom prst="rect">
            <a:avLst/>
          </a:prstGeom>
          <a:solidFill>
            <a:srgbClr val="18285A"/>
          </a:solidFill>
          <a:ln>
            <a:solidFill>
              <a:srgbClr val="18285A"/>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AU" sz="1800" b="0" u="none" strike="noStrike">
              <a:solidFill>
                <a:schemeClr val="lt1"/>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p:nvPr>
        </p:nvSpPr>
        <p:spPr>
          <a:xfrm>
            <a:off x="3138840" y="1692000"/>
            <a:ext cx="4079160" cy="3895560"/>
          </a:xfrm>
          <a:prstGeom prst="rect">
            <a:avLst/>
          </a:prstGeom>
          <a:noFill/>
          <a:ln w="0">
            <a:noFill/>
          </a:ln>
        </p:spPr>
        <p:txBody>
          <a:bodyPr lIns="91440" tIns="45720" rIns="91440" bIns="45720" anchor="t">
            <a:normAutofit/>
          </a:bodyPr>
          <a:p>
            <a:pPr indent="0" algn="l" defTabSz="914400">
              <a:lnSpc>
                <a:spcPct val="90000"/>
              </a:lnSpc>
              <a:spcBef>
                <a:spcPts val="1001"/>
              </a:spcBef>
              <a:buNone/>
              <a:tabLst>
                <a:tab pos="0" algn="l"/>
              </a:tabLst>
            </a:pPr>
            <a:r>
              <a:rPr lang="en-AU" sz="2000" b="0" u="none" strike="noStrike">
                <a:solidFill>
                  <a:srgbClr val="FF0000"/>
                </a:solidFill>
                <a:effectLst/>
                <a:uFillTx/>
                <a:latin typeface="Arial"/>
              </a:rPr>
              <a:t>Team Communication:</a:t>
            </a:r>
            <a:endParaRPr lang="en-GB" sz="2000" b="0" u="none" strike="noStrike">
              <a:solidFill>
                <a:srgbClr val="1C1C1C"/>
              </a:solidFill>
              <a:effectLst/>
              <a:uFillTx/>
              <a:latin typeface="Arial"/>
            </a:endParaRPr>
          </a:p>
          <a:p>
            <a:pPr indent="0" algn="l" defTabSz="914400">
              <a:lnSpc>
                <a:spcPct val="90000"/>
              </a:lnSpc>
              <a:spcBef>
                <a:spcPts val="1001"/>
              </a:spcBef>
              <a:buNone/>
              <a:tabLst>
                <a:tab pos="0" algn="l"/>
              </a:tabLst>
            </a:pPr>
            <a:r>
              <a:rPr lang="en-AU" sz="2000" b="0" u="none" strike="noStrike">
                <a:solidFill>
                  <a:srgbClr val="000619"/>
                </a:solidFill>
                <a:effectLst/>
                <a:uFillTx/>
                <a:latin typeface="Arial"/>
              </a:rPr>
              <a:t>Done through an organised server on Discord containing all members.</a:t>
            </a:r>
            <a:endParaRPr lang="en-GB" sz="2000" b="0" u="none" strike="noStrike">
              <a:solidFill>
                <a:srgbClr val="1C1C1C"/>
              </a:solidFill>
              <a:effectLst/>
              <a:uFillTx/>
              <a:latin typeface="Arial"/>
            </a:endParaRPr>
          </a:p>
          <a:p>
            <a:pPr indent="0" algn="l" defTabSz="914400">
              <a:lnSpc>
                <a:spcPct val="90000"/>
              </a:lnSpc>
              <a:spcBef>
                <a:spcPts val="1001"/>
              </a:spcBef>
              <a:buNone/>
              <a:tabLst>
                <a:tab pos="0" algn="l"/>
              </a:tabLst>
            </a:pPr>
            <a:r>
              <a:rPr lang="en-AU" sz="2000" b="0" u="none" strike="noStrike">
                <a:solidFill>
                  <a:srgbClr val="FF0000"/>
                </a:solidFill>
                <a:effectLst/>
                <a:uFillTx/>
                <a:latin typeface="Arial"/>
              </a:rPr>
              <a:t>Project Management:</a:t>
            </a:r>
            <a:endParaRPr lang="en-GB" sz="2000" b="0" u="none" strike="noStrike">
              <a:solidFill>
                <a:srgbClr val="1C1C1C"/>
              </a:solidFill>
              <a:effectLst/>
              <a:uFillTx/>
              <a:latin typeface="Arial"/>
            </a:endParaRPr>
          </a:p>
          <a:p>
            <a:pPr indent="0" algn="l" defTabSz="914400">
              <a:lnSpc>
                <a:spcPct val="90000"/>
              </a:lnSpc>
              <a:spcBef>
                <a:spcPts val="1001"/>
              </a:spcBef>
              <a:buNone/>
              <a:tabLst>
                <a:tab pos="0" algn="l"/>
              </a:tabLst>
            </a:pPr>
            <a:r>
              <a:rPr lang="en-AU" sz="2000" b="0" u="none" strike="noStrike">
                <a:solidFill>
                  <a:srgbClr val="000619"/>
                </a:solidFill>
                <a:effectLst/>
                <a:uFillTx/>
                <a:latin typeface="Arial"/>
              </a:rPr>
              <a:t>Trello board for organising user stories and tasks. </a:t>
            </a:r>
            <a:endParaRPr lang="en-GB" sz="2000" b="0" u="none" strike="noStrike">
              <a:solidFill>
                <a:srgbClr val="1C1C1C"/>
              </a:solidFill>
              <a:effectLst/>
              <a:uFillTx/>
              <a:latin typeface="Arial"/>
            </a:endParaRPr>
          </a:p>
          <a:p>
            <a:pPr indent="0" algn="l" defTabSz="914400">
              <a:lnSpc>
                <a:spcPct val="90000"/>
              </a:lnSpc>
              <a:spcBef>
                <a:spcPts val="1001"/>
              </a:spcBef>
              <a:buNone/>
              <a:tabLst>
                <a:tab pos="0" algn="l"/>
              </a:tabLst>
            </a:pPr>
            <a:r>
              <a:rPr lang="en-AU" sz="2000" b="0" u="none" strike="noStrike">
                <a:solidFill>
                  <a:srgbClr val="000619"/>
                </a:solidFill>
                <a:effectLst/>
                <a:uFillTx/>
                <a:latin typeface="Arial"/>
              </a:rPr>
              <a:t>Excel sheet recording sprint/release plans and user meetings.</a:t>
            </a:r>
            <a:endParaRPr lang="en-GB" sz="2000" b="0" u="none" strike="noStrike">
              <a:solidFill>
                <a:srgbClr val="1C1C1C"/>
              </a:solidFill>
              <a:effectLst/>
              <a:uFillTx/>
              <a:latin typeface="Arial"/>
            </a:endParaRPr>
          </a:p>
        </p:txBody>
      </p:sp>
      <p:pic>
        <p:nvPicPr>
          <p:cNvPr id="105" name="Content Placeholder 5"/>
          <p:cNvPicPr/>
          <p:nvPr/>
        </p:nvPicPr>
        <p:blipFill>
          <a:blip r:embed="rId1"/>
          <a:stretch/>
        </p:blipFill>
        <p:spPr>
          <a:xfrm>
            <a:off x="204480" y="1692000"/>
            <a:ext cx="2857320" cy="3895560"/>
          </a:xfrm>
          <a:prstGeom prst="rect">
            <a:avLst/>
          </a:prstGeom>
          <a:noFill/>
          <a:ln w="0">
            <a:noFill/>
          </a:ln>
        </p:spPr>
      </p:pic>
      <p:sp>
        <p:nvSpPr>
          <p:cNvPr id="106" name="PlaceHolder 2"/>
          <p:cNvSpPr>
            <a:spLocks noGrp="1"/>
          </p:cNvSpPr>
          <p:nvPr>
            <p:ph type="title"/>
          </p:nvPr>
        </p:nvSpPr>
        <p:spPr>
          <a:xfrm>
            <a:off x="468000" y="360000"/>
            <a:ext cx="11231280" cy="13312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AU" sz="4400" b="1" u="none" strike="noStrike">
                <a:solidFill>
                  <a:srgbClr val="14265E"/>
                </a:solidFill>
                <a:effectLst/>
                <a:uFillTx/>
                <a:latin typeface="Arial"/>
              </a:rPr>
              <a:t>How We Worked as a Team</a:t>
            </a:r>
            <a:endParaRPr lang="en-GB" sz="4400" b="1" u="none" strike="noStrike">
              <a:solidFill>
                <a:srgbClr val="14265E"/>
              </a:solidFill>
              <a:effectLst/>
              <a:uFillTx/>
              <a:latin typeface="Arial"/>
            </a:endParaRPr>
          </a:p>
        </p:txBody>
      </p:sp>
      <p:pic>
        <p:nvPicPr>
          <p:cNvPr id="107" name="Picture 7"/>
          <p:cNvPicPr/>
          <p:nvPr/>
        </p:nvPicPr>
        <p:blipFill>
          <a:blip r:embed="rId2"/>
          <a:stretch/>
        </p:blipFill>
        <p:spPr>
          <a:xfrm>
            <a:off x="7345800" y="1692000"/>
            <a:ext cx="4632840" cy="3992040"/>
          </a:xfrm>
          <a:prstGeom prst="rect">
            <a:avLst/>
          </a:prstGeom>
          <a:noFill/>
          <a:ln w="0">
            <a:noFill/>
          </a:ln>
        </p:spPr>
      </p:pic>
      <p:sp>
        <p:nvSpPr>
          <p:cNvPr id="108" name="Rectangle 8"/>
          <p:cNvSpPr/>
          <p:nvPr/>
        </p:nvSpPr>
        <p:spPr>
          <a:xfrm>
            <a:off x="12600" y="6095880"/>
            <a:ext cx="11231280" cy="748440"/>
          </a:xfrm>
          <a:prstGeom prst="rect">
            <a:avLst/>
          </a:prstGeom>
          <a:solidFill>
            <a:srgbClr val="18285A"/>
          </a:solidFill>
          <a:ln>
            <a:solidFill>
              <a:srgbClr val="18285A"/>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AU" sz="1800" b="0" u="none" strike="noStrike">
              <a:solidFill>
                <a:schemeClr val="lt1"/>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p:nvPr>
        </p:nvSpPr>
        <p:spPr>
          <a:xfrm>
            <a:off x="6189480" y="1800000"/>
            <a:ext cx="5509800" cy="3959280"/>
          </a:xfrm>
          <a:prstGeom prst="rect">
            <a:avLst/>
          </a:prstGeom>
          <a:noFill/>
          <a:ln w="0">
            <a:noFill/>
          </a:ln>
        </p:spPr>
        <p:txBody>
          <a:bodyPr lIns="91440" tIns="45720" rIns="91440" bIns="45720" anchor="t">
            <a:normAutofit/>
          </a:bodyPr>
          <a:p>
            <a:pPr indent="0" algn="l" defTabSz="914400">
              <a:lnSpc>
                <a:spcPct val="90000"/>
              </a:lnSpc>
              <a:spcBef>
                <a:spcPts val="1001"/>
              </a:spcBef>
              <a:buNone/>
              <a:tabLst>
                <a:tab pos="0" algn="l"/>
              </a:tabLst>
            </a:pPr>
            <a:r>
              <a:rPr lang="en-AU" sz="2000" b="0" u="none" strike="noStrike">
                <a:solidFill>
                  <a:srgbClr val="FF0000"/>
                </a:solidFill>
                <a:effectLst/>
                <a:uFillTx/>
                <a:latin typeface="Arial"/>
              </a:rPr>
              <a:t>Organisation:</a:t>
            </a:r>
            <a:endParaRPr lang="en-GB" sz="2000" b="0" u="none" strike="noStrike">
              <a:solidFill>
                <a:srgbClr val="1C1C1C"/>
              </a:solidFill>
              <a:effectLst/>
              <a:uFillTx/>
              <a:latin typeface="Arial"/>
            </a:endParaRPr>
          </a:p>
          <a:p>
            <a:pPr indent="0" algn="l" defTabSz="914400">
              <a:lnSpc>
                <a:spcPct val="90000"/>
              </a:lnSpc>
              <a:spcBef>
                <a:spcPts val="1001"/>
              </a:spcBef>
              <a:buNone/>
              <a:tabLst>
                <a:tab pos="0" algn="l"/>
              </a:tabLst>
            </a:pPr>
            <a:r>
              <a:rPr lang="en-AU" sz="2000" b="0" u="none" strike="noStrike">
                <a:solidFill>
                  <a:srgbClr val="000619"/>
                </a:solidFill>
                <a:effectLst/>
                <a:uFillTx/>
                <a:latin typeface="Arial"/>
              </a:rPr>
              <a:t>Weekly meetings for members to catch up and relay progress, roadblocks, and future tasks.</a:t>
            </a:r>
            <a:endParaRPr lang="en-GB" sz="2000" b="0" u="none" strike="noStrike">
              <a:solidFill>
                <a:srgbClr val="1C1C1C"/>
              </a:solidFill>
              <a:effectLst/>
              <a:uFillTx/>
              <a:latin typeface="Arial"/>
            </a:endParaRPr>
          </a:p>
          <a:p>
            <a:pPr indent="0" algn="l" defTabSz="914400">
              <a:lnSpc>
                <a:spcPct val="90000"/>
              </a:lnSpc>
              <a:spcBef>
                <a:spcPts val="1001"/>
              </a:spcBef>
              <a:buNone/>
              <a:tabLst>
                <a:tab pos="0" algn="l"/>
              </a:tabLst>
            </a:pPr>
            <a:r>
              <a:rPr lang="en-AU" sz="2000" b="0" u="none" strike="noStrike">
                <a:solidFill>
                  <a:srgbClr val="FF0000"/>
                </a:solidFill>
                <a:effectLst/>
                <a:uFillTx/>
                <a:latin typeface="Arial"/>
              </a:rPr>
              <a:t>Agile Practices:</a:t>
            </a:r>
            <a:endParaRPr lang="en-GB" sz="2000" b="0" u="none" strike="noStrike">
              <a:solidFill>
                <a:srgbClr val="1C1C1C"/>
              </a:solidFill>
              <a:effectLst/>
              <a:uFillTx/>
              <a:latin typeface="Arial"/>
            </a:endParaRPr>
          </a:p>
          <a:p>
            <a:pPr indent="0" algn="l" defTabSz="914400">
              <a:lnSpc>
                <a:spcPct val="90000"/>
              </a:lnSpc>
              <a:spcBef>
                <a:spcPts val="1001"/>
              </a:spcBef>
              <a:buNone/>
              <a:tabLst>
                <a:tab pos="0" algn="l"/>
              </a:tabLst>
            </a:pPr>
            <a:r>
              <a:rPr lang="en-AU" sz="2000" b="0" u="none" strike="noStrike">
                <a:solidFill>
                  <a:srgbClr val="000619"/>
                </a:solidFill>
                <a:effectLst/>
                <a:uFillTx/>
                <a:latin typeface="Arial"/>
              </a:rPr>
              <a:t>Sprint and release plan organised in fortnightly blocks allowed clear and concise periods for members to complete required tasks. </a:t>
            </a:r>
            <a:endParaRPr lang="en-GB" sz="2000" b="0" u="none" strike="noStrike">
              <a:solidFill>
                <a:srgbClr val="1C1C1C"/>
              </a:solidFill>
              <a:effectLst/>
              <a:uFillTx/>
              <a:latin typeface="Arial"/>
            </a:endParaRPr>
          </a:p>
          <a:p>
            <a:pPr indent="0" algn="l" defTabSz="914400">
              <a:lnSpc>
                <a:spcPct val="90000"/>
              </a:lnSpc>
              <a:spcBef>
                <a:spcPts val="1001"/>
              </a:spcBef>
              <a:buNone/>
              <a:tabLst>
                <a:tab pos="0" algn="l"/>
              </a:tabLst>
            </a:pPr>
            <a:r>
              <a:rPr lang="en-AU" sz="2000" b="0" u="none" strike="noStrike">
                <a:solidFill>
                  <a:srgbClr val="FF0000"/>
                </a:solidFill>
                <a:effectLst/>
                <a:uFillTx/>
                <a:latin typeface="Arial"/>
              </a:rPr>
              <a:t>Key Decisions:</a:t>
            </a:r>
            <a:endParaRPr lang="en-GB" sz="2000" b="0" u="none" strike="noStrike">
              <a:solidFill>
                <a:srgbClr val="1C1C1C"/>
              </a:solidFill>
              <a:effectLst/>
              <a:uFillTx/>
              <a:latin typeface="Arial"/>
            </a:endParaRPr>
          </a:p>
          <a:p>
            <a:pPr indent="0" algn="l" defTabSz="914400">
              <a:lnSpc>
                <a:spcPct val="90000"/>
              </a:lnSpc>
              <a:spcBef>
                <a:spcPts val="1001"/>
              </a:spcBef>
              <a:buNone/>
              <a:tabLst>
                <a:tab pos="0" algn="l"/>
              </a:tabLst>
            </a:pPr>
            <a:r>
              <a:rPr lang="en-AU" sz="2000" b="0" u="none" strike="noStrike">
                <a:solidFill>
                  <a:srgbClr val="000619"/>
                </a:solidFill>
                <a:effectLst/>
                <a:uFillTx/>
                <a:latin typeface="Arial"/>
              </a:rPr>
              <a:t>Key application features were designed around division of work between five members.</a:t>
            </a:r>
            <a:endParaRPr lang="en-GB" sz="2000" b="0" u="none" strike="noStrike">
              <a:solidFill>
                <a:srgbClr val="1C1C1C"/>
              </a:solidFill>
              <a:effectLst/>
              <a:uFillTx/>
              <a:latin typeface="Arial"/>
            </a:endParaRPr>
          </a:p>
        </p:txBody>
      </p:sp>
      <p:sp>
        <p:nvSpPr>
          <p:cNvPr id="110" name="PlaceHolder 2"/>
          <p:cNvSpPr>
            <a:spLocks noGrp="1"/>
          </p:cNvSpPr>
          <p:nvPr>
            <p:ph type="title"/>
          </p:nvPr>
        </p:nvSpPr>
        <p:spPr>
          <a:xfrm>
            <a:off x="468000" y="360000"/>
            <a:ext cx="11231280" cy="13312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AU" sz="4400" b="1" u="none" strike="noStrike">
                <a:solidFill>
                  <a:srgbClr val="14265E"/>
                </a:solidFill>
                <a:effectLst/>
                <a:uFillTx/>
                <a:latin typeface="Arial"/>
              </a:rPr>
              <a:t>Development Approach and Key Technical Decisions</a:t>
            </a:r>
            <a:endParaRPr lang="en-GB" sz="4400" b="1" u="none" strike="noStrike">
              <a:solidFill>
                <a:srgbClr val="14265E"/>
              </a:solidFill>
              <a:effectLst/>
              <a:uFillTx/>
              <a:latin typeface="Arial"/>
            </a:endParaRPr>
          </a:p>
        </p:txBody>
      </p:sp>
      <p:sp>
        <p:nvSpPr>
          <p:cNvPr id="111" name="Rectangle 4"/>
          <p:cNvSpPr/>
          <p:nvPr/>
        </p:nvSpPr>
        <p:spPr>
          <a:xfrm>
            <a:off x="12600" y="6095880"/>
            <a:ext cx="11231280" cy="748440"/>
          </a:xfrm>
          <a:prstGeom prst="rect">
            <a:avLst/>
          </a:prstGeom>
          <a:solidFill>
            <a:srgbClr val="18285A"/>
          </a:solidFill>
          <a:ln>
            <a:solidFill>
              <a:srgbClr val="18285A"/>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AU" sz="1800" b="0" u="none" strike="noStrike">
              <a:solidFill>
                <a:schemeClr val="lt1"/>
              </a:solidFill>
              <a:effectLst/>
              <a:uFillTx/>
              <a:latin typeface="Arial"/>
            </a:endParaRPr>
          </a:p>
        </p:txBody>
      </p:sp>
      <p:pic>
        <p:nvPicPr>
          <p:cNvPr id="112" name="Content Placeholder 10"/>
          <p:cNvPicPr/>
          <p:nvPr/>
        </p:nvPicPr>
        <p:blipFill>
          <a:blip r:embed="rId1"/>
          <a:stretch/>
        </p:blipFill>
        <p:spPr>
          <a:xfrm>
            <a:off x="468360" y="2095920"/>
            <a:ext cx="5428440" cy="336744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p:nvPr>
        </p:nvSpPr>
        <p:spPr>
          <a:xfrm>
            <a:off x="468000" y="1800000"/>
            <a:ext cx="11231280" cy="3959280"/>
          </a:xfrm>
          <a:prstGeom prst="rect">
            <a:avLst/>
          </a:prstGeom>
          <a:noFill/>
          <a:ln w="0">
            <a:noFill/>
          </a:ln>
        </p:spPr>
        <p:txBody>
          <a:bodyPr lIns="91440" tIns="45720" rIns="91440" bIns="45720" anchor="t">
            <a:normAutofit/>
          </a:bodyPr>
          <a:p>
            <a:pPr indent="0" algn="l" defTabSz="914400">
              <a:lnSpc>
                <a:spcPct val="90000"/>
              </a:lnSpc>
              <a:spcBef>
                <a:spcPts val="1001"/>
              </a:spcBef>
              <a:buNone/>
              <a:tabLst>
                <a:tab pos="0" algn="l"/>
              </a:tabLst>
            </a:pPr>
            <a:r>
              <a:rPr lang="en-AU" sz="2000" b="0" u="none" strike="noStrike">
                <a:solidFill>
                  <a:srgbClr val="FF0000"/>
                </a:solidFill>
                <a:effectLst/>
                <a:uFillTx/>
                <a:latin typeface="Arial"/>
              </a:rPr>
              <a:t>Quality In Code:</a:t>
            </a:r>
            <a:endParaRPr lang="en-GB" sz="2000" b="0" u="none" strike="noStrike">
              <a:solidFill>
                <a:srgbClr val="1C1C1C"/>
              </a:solidFill>
              <a:effectLst/>
              <a:uFillTx/>
              <a:latin typeface="Arial"/>
            </a:endParaRPr>
          </a:p>
          <a:p>
            <a:pPr marL="228600" indent="-228600" algn="l" defTabSz="914400">
              <a:lnSpc>
                <a:spcPct val="90000"/>
              </a:lnSpc>
              <a:spcBef>
                <a:spcPts val="1001"/>
              </a:spcBef>
              <a:buClr>
                <a:srgbClr val="000619"/>
              </a:buClr>
              <a:buFont typeface="Arial"/>
              <a:buChar char="•"/>
              <a:tabLst>
                <a:tab pos="0" algn="l"/>
              </a:tabLst>
            </a:pPr>
            <a:r>
              <a:rPr lang="en-AU" sz="2000" b="0" u="none" strike="noStrike">
                <a:solidFill>
                  <a:srgbClr val="000619"/>
                </a:solidFill>
                <a:effectLst/>
                <a:uFillTx/>
                <a:latin typeface="Arial"/>
              </a:rPr>
              <a:t>Working software.</a:t>
            </a:r>
            <a:endParaRPr lang="en-GB" sz="2000" b="0" u="none" strike="noStrike">
              <a:solidFill>
                <a:srgbClr val="1C1C1C"/>
              </a:solidFill>
              <a:effectLst/>
              <a:uFillTx/>
              <a:latin typeface="Arial"/>
            </a:endParaRPr>
          </a:p>
          <a:p>
            <a:pPr marL="228600" indent="-228600" algn="l" defTabSz="914400">
              <a:lnSpc>
                <a:spcPct val="90000"/>
              </a:lnSpc>
              <a:spcBef>
                <a:spcPts val="1001"/>
              </a:spcBef>
              <a:buClr>
                <a:srgbClr val="000619"/>
              </a:buClr>
              <a:buFont typeface="Arial"/>
              <a:buChar char="•"/>
              <a:tabLst>
                <a:tab pos="0" algn="l"/>
              </a:tabLst>
            </a:pPr>
            <a:r>
              <a:rPr lang="en-AU" sz="2000" b="0" u="none" strike="noStrike">
                <a:solidFill>
                  <a:srgbClr val="000619"/>
                </a:solidFill>
                <a:effectLst/>
                <a:uFillTx/>
                <a:latin typeface="Arial"/>
              </a:rPr>
              <a:t>Effective UI.</a:t>
            </a:r>
            <a:endParaRPr lang="en-GB" sz="2000" b="0" u="none" strike="noStrike">
              <a:solidFill>
                <a:srgbClr val="1C1C1C"/>
              </a:solidFill>
              <a:effectLst/>
              <a:uFillTx/>
              <a:latin typeface="Arial"/>
            </a:endParaRPr>
          </a:p>
          <a:p>
            <a:pPr marL="228600" indent="-228600" algn="l" defTabSz="914400">
              <a:lnSpc>
                <a:spcPct val="90000"/>
              </a:lnSpc>
              <a:spcBef>
                <a:spcPts val="1001"/>
              </a:spcBef>
              <a:buClr>
                <a:srgbClr val="000619"/>
              </a:buClr>
              <a:buFont typeface="Arial"/>
              <a:buChar char="•"/>
              <a:tabLst>
                <a:tab pos="0" algn="l"/>
              </a:tabLst>
            </a:pPr>
            <a:r>
              <a:rPr lang="en-AU" sz="2000" b="0" u="none" strike="noStrike">
                <a:solidFill>
                  <a:srgbClr val="000619"/>
                </a:solidFill>
                <a:effectLst/>
                <a:uFillTx/>
                <a:latin typeface="Arial"/>
              </a:rPr>
              <a:t>Good documentation.</a:t>
            </a:r>
            <a:endParaRPr lang="en-GB" sz="2000" b="0" u="none" strike="noStrike">
              <a:solidFill>
                <a:srgbClr val="1C1C1C"/>
              </a:solidFill>
              <a:effectLst/>
              <a:uFillTx/>
              <a:latin typeface="Arial"/>
            </a:endParaRPr>
          </a:p>
          <a:p>
            <a:pPr indent="0" algn="l" defTabSz="914400">
              <a:lnSpc>
                <a:spcPct val="90000"/>
              </a:lnSpc>
              <a:spcBef>
                <a:spcPts val="1001"/>
              </a:spcBef>
              <a:buNone/>
              <a:tabLst>
                <a:tab pos="0" algn="l"/>
              </a:tabLst>
            </a:pPr>
            <a:r>
              <a:rPr lang="en-AU" sz="2000" b="0" u="none" strike="noStrike">
                <a:solidFill>
                  <a:srgbClr val="FF0000"/>
                </a:solidFill>
                <a:effectLst/>
                <a:uFillTx/>
                <a:latin typeface="Arial"/>
              </a:rPr>
              <a:t>Quality Beyond Code:</a:t>
            </a:r>
            <a:endParaRPr lang="en-GB" sz="2000" b="0" u="none" strike="noStrike">
              <a:solidFill>
                <a:srgbClr val="1C1C1C"/>
              </a:solidFill>
              <a:effectLst/>
              <a:uFillTx/>
              <a:latin typeface="Arial"/>
            </a:endParaRPr>
          </a:p>
          <a:p>
            <a:pPr marL="228600" indent="-228600" algn="l" defTabSz="914400">
              <a:lnSpc>
                <a:spcPct val="90000"/>
              </a:lnSpc>
              <a:spcBef>
                <a:spcPts val="1001"/>
              </a:spcBef>
              <a:buClr>
                <a:srgbClr val="000619"/>
              </a:buClr>
              <a:buFont typeface="Arial"/>
              <a:buChar char="•"/>
              <a:tabLst>
                <a:tab pos="0" algn="l"/>
              </a:tabLst>
            </a:pPr>
            <a:r>
              <a:rPr lang="en-AU" sz="2000" b="0" u="none" strike="noStrike">
                <a:solidFill>
                  <a:srgbClr val="000619"/>
                </a:solidFill>
                <a:effectLst/>
                <a:uFillTx/>
                <a:latin typeface="Arial"/>
              </a:rPr>
              <a:t>Consistent communication and collaboration. </a:t>
            </a:r>
            <a:endParaRPr lang="en-GB" sz="2000" b="0" u="none" strike="noStrike">
              <a:solidFill>
                <a:srgbClr val="1C1C1C"/>
              </a:solidFill>
              <a:effectLst/>
              <a:uFillTx/>
              <a:latin typeface="Arial"/>
            </a:endParaRPr>
          </a:p>
          <a:p>
            <a:pPr indent="0" algn="l" defTabSz="914400">
              <a:lnSpc>
                <a:spcPct val="90000"/>
              </a:lnSpc>
              <a:spcBef>
                <a:spcPts val="1001"/>
              </a:spcBef>
              <a:buNone/>
              <a:tabLst>
                <a:tab pos="0" algn="l"/>
              </a:tabLst>
            </a:pPr>
            <a:r>
              <a:rPr lang="en-AU" sz="2000" b="0" u="none" strike="noStrike">
                <a:solidFill>
                  <a:srgbClr val="FF0000"/>
                </a:solidFill>
                <a:effectLst/>
                <a:uFillTx/>
                <a:latin typeface="Arial"/>
              </a:rPr>
              <a:t>Considerations:</a:t>
            </a:r>
            <a:endParaRPr lang="en-GB" sz="2000" b="0" u="none" strike="noStrike">
              <a:solidFill>
                <a:srgbClr val="1C1C1C"/>
              </a:solidFill>
              <a:effectLst/>
              <a:uFillTx/>
              <a:latin typeface="Arial"/>
            </a:endParaRPr>
          </a:p>
          <a:p>
            <a:pPr marL="228600" indent="-228600" algn="l" defTabSz="914400">
              <a:lnSpc>
                <a:spcPct val="90000"/>
              </a:lnSpc>
              <a:spcBef>
                <a:spcPts val="1001"/>
              </a:spcBef>
              <a:buClr>
                <a:srgbClr val="000619"/>
              </a:buClr>
              <a:buFont typeface="Arial"/>
              <a:buChar char="•"/>
              <a:tabLst>
                <a:tab pos="0" algn="l"/>
              </a:tabLst>
            </a:pPr>
            <a:r>
              <a:rPr lang="en-AU" sz="2000" b="0" u="none" strike="noStrike">
                <a:solidFill>
                  <a:srgbClr val="000619"/>
                </a:solidFill>
                <a:effectLst/>
                <a:uFillTx/>
                <a:latin typeface="Arial"/>
              </a:rPr>
              <a:t>User interaction and usability was an important aspect to consider when designing the application.</a:t>
            </a:r>
            <a:endParaRPr lang="en-GB" sz="2000" b="0" u="none" strike="noStrike">
              <a:solidFill>
                <a:srgbClr val="1C1C1C"/>
              </a:solidFill>
              <a:effectLst/>
              <a:uFillTx/>
              <a:latin typeface="Arial"/>
            </a:endParaRPr>
          </a:p>
        </p:txBody>
      </p:sp>
      <p:sp>
        <p:nvSpPr>
          <p:cNvPr id="114" name="PlaceHolder 2"/>
          <p:cNvSpPr>
            <a:spLocks noGrp="1"/>
          </p:cNvSpPr>
          <p:nvPr>
            <p:ph type="title"/>
          </p:nvPr>
        </p:nvSpPr>
        <p:spPr>
          <a:xfrm>
            <a:off x="468000" y="360000"/>
            <a:ext cx="11231280" cy="13312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AU" sz="4400" b="1" u="none" strike="noStrike">
                <a:solidFill>
                  <a:srgbClr val="14265E"/>
                </a:solidFill>
                <a:effectLst/>
                <a:uFillTx/>
                <a:latin typeface="Arial"/>
              </a:rPr>
              <a:t>Quality Across the System</a:t>
            </a:r>
            <a:endParaRPr lang="en-GB" sz="4400" b="1" u="none" strike="noStrike">
              <a:solidFill>
                <a:srgbClr val="14265E"/>
              </a:solidFill>
              <a:effectLst/>
              <a:uFillTx/>
              <a:latin typeface="Arial"/>
            </a:endParaRPr>
          </a:p>
        </p:txBody>
      </p:sp>
      <p:sp>
        <p:nvSpPr>
          <p:cNvPr id="115" name="Rectangle 4"/>
          <p:cNvSpPr/>
          <p:nvPr/>
        </p:nvSpPr>
        <p:spPr>
          <a:xfrm>
            <a:off x="12600" y="6095880"/>
            <a:ext cx="11231280" cy="748440"/>
          </a:xfrm>
          <a:prstGeom prst="rect">
            <a:avLst/>
          </a:prstGeom>
          <a:solidFill>
            <a:srgbClr val="18285A"/>
          </a:solidFill>
          <a:ln>
            <a:solidFill>
              <a:srgbClr val="18285A"/>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AU" sz="1800" b="0" u="none" strike="noStrike">
              <a:solidFill>
                <a:schemeClr val="lt1"/>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p:nvPr>
        </p:nvSpPr>
        <p:spPr>
          <a:xfrm>
            <a:off x="6189480" y="1800000"/>
            <a:ext cx="5509800" cy="3959280"/>
          </a:xfrm>
          <a:prstGeom prst="rect">
            <a:avLst/>
          </a:prstGeom>
          <a:noFill/>
          <a:ln w="0">
            <a:noFill/>
          </a:ln>
        </p:spPr>
        <p:txBody>
          <a:bodyPr lIns="91440" tIns="45720" rIns="91440" bIns="45720" anchor="t">
            <a:normAutofit/>
          </a:bodyPr>
          <a:p>
            <a:pPr indent="0" algn="l" defTabSz="914400">
              <a:lnSpc>
                <a:spcPct val="90000"/>
              </a:lnSpc>
              <a:spcBef>
                <a:spcPts val="1001"/>
              </a:spcBef>
              <a:buNone/>
              <a:tabLst>
                <a:tab pos="0" algn="l"/>
              </a:tabLst>
            </a:pPr>
            <a:r>
              <a:rPr lang="en-AU" sz="2000" b="0" u="none" strike="noStrike">
                <a:solidFill>
                  <a:srgbClr val="FF0000"/>
                </a:solidFill>
                <a:effectLst/>
                <a:uFillTx/>
                <a:latin typeface="Arial"/>
              </a:rPr>
              <a:t>Key Learnings:</a:t>
            </a:r>
            <a:endParaRPr lang="en-GB" sz="2000" b="0" u="none" strike="noStrike">
              <a:solidFill>
                <a:srgbClr val="1C1C1C"/>
              </a:solidFill>
              <a:effectLst/>
              <a:uFillTx/>
              <a:latin typeface="Arial"/>
            </a:endParaRPr>
          </a:p>
          <a:p>
            <a:pPr marL="228600" indent="-228600" algn="l" defTabSz="914400">
              <a:lnSpc>
                <a:spcPct val="90000"/>
              </a:lnSpc>
              <a:spcBef>
                <a:spcPts val="1001"/>
              </a:spcBef>
              <a:buClr>
                <a:srgbClr val="000619"/>
              </a:buClr>
              <a:buFont typeface="Arial"/>
              <a:buChar char="•"/>
              <a:tabLst>
                <a:tab pos="0" algn="l"/>
              </a:tabLst>
            </a:pPr>
            <a:r>
              <a:rPr lang="en-AU" sz="2000" b="0" u="none" strike="noStrike">
                <a:solidFill>
                  <a:srgbClr val="000619"/>
                </a:solidFill>
                <a:effectLst/>
                <a:uFillTx/>
                <a:latin typeface="Arial"/>
              </a:rPr>
              <a:t>Poor initial agile management led to poor progress.</a:t>
            </a:r>
            <a:endParaRPr lang="en-GB" sz="2000" b="0" u="none" strike="noStrike">
              <a:solidFill>
                <a:srgbClr val="1C1C1C"/>
              </a:solidFill>
              <a:effectLst/>
              <a:uFillTx/>
              <a:latin typeface="Arial"/>
            </a:endParaRPr>
          </a:p>
          <a:p>
            <a:pPr marL="228600" indent="-228600" algn="l" defTabSz="914400">
              <a:lnSpc>
                <a:spcPct val="90000"/>
              </a:lnSpc>
              <a:spcBef>
                <a:spcPts val="1001"/>
              </a:spcBef>
              <a:buClr>
                <a:srgbClr val="000619"/>
              </a:buClr>
              <a:buFont typeface="Arial"/>
              <a:buChar char="•"/>
              <a:tabLst>
                <a:tab pos="0" algn="l"/>
              </a:tabLst>
            </a:pPr>
            <a:r>
              <a:rPr lang="en-AU" sz="2000" b="0" u="none" strike="noStrike">
                <a:solidFill>
                  <a:srgbClr val="000619"/>
                </a:solidFill>
                <a:effectLst/>
                <a:uFillTx/>
                <a:latin typeface="Arial"/>
              </a:rPr>
              <a:t>Caused limited feature development and inconsistent human-centred design decisions.</a:t>
            </a:r>
            <a:endParaRPr lang="en-GB" sz="2000" b="0" u="none" strike="noStrike">
              <a:solidFill>
                <a:srgbClr val="1C1C1C"/>
              </a:solidFill>
              <a:effectLst/>
              <a:uFillTx/>
              <a:latin typeface="Arial"/>
            </a:endParaRPr>
          </a:p>
          <a:p>
            <a:pPr marL="228600" indent="-228600" algn="l" defTabSz="914400">
              <a:lnSpc>
                <a:spcPct val="90000"/>
              </a:lnSpc>
              <a:spcBef>
                <a:spcPts val="1001"/>
              </a:spcBef>
              <a:buClr>
                <a:srgbClr val="000619"/>
              </a:buClr>
              <a:buFont typeface="Arial"/>
              <a:buChar char="•"/>
              <a:tabLst>
                <a:tab pos="0" algn="l"/>
              </a:tabLst>
            </a:pPr>
            <a:r>
              <a:rPr lang="en-AU" sz="2000" b="0" u="none" strike="noStrike">
                <a:solidFill>
                  <a:srgbClr val="000619"/>
                </a:solidFill>
                <a:effectLst/>
                <a:uFillTx/>
                <a:latin typeface="Arial"/>
              </a:rPr>
              <a:t>Fixing this in future project will set us up for success.</a:t>
            </a:r>
            <a:endParaRPr lang="en-GB" sz="2000" b="0" u="none" strike="noStrike">
              <a:solidFill>
                <a:srgbClr val="1C1C1C"/>
              </a:solidFill>
              <a:effectLst/>
              <a:uFillTx/>
              <a:latin typeface="Arial"/>
            </a:endParaRPr>
          </a:p>
          <a:p>
            <a:pPr marL="228600" indent="-228600" algn="l" defTabSz="914400">
              <a:lnSpc>
                <a:spcPct val="90000"/>
              </a:lnSpc>
              <a:spcBef>
                <a:spcPts val="1001"/>
              </a:spcBef>
              <a:buClr>
                <a:srgbClr val="000619"/>
              </a:buClr>
              <a:buFont typeface="Arial"/>
              <a:buChar char="•"/>
              <a:tabLst>
                <a:tab pos="0" algn="l"/>
              </a:tabLst>
            </a:pPr>
            <a:r>
              <a:rPr lang="en-AU" sz="2000" b="0" u="none" strike="noStrike">
                <a:solidFill>
                  <a:srgbClr val="000619"/>
                </a:solidFill>
                <a:effectLst/>
                <a:uFillTx/>
                <a:latin typeface="Arial"/>
              </a:rPr>
              <a:t>Good agile management techniques equals quality project development at every level. </a:t>
            </a:r>
            <a:endParaRPr lang="en-GB" sz="2000" b="0" u="none" strike="noStrike">
              <a:solidFill>
                <a:srgbClr val="1C1C1C"/>
              </a:solidFill>
              <a:effectLst/>
              <a:uFillTx/>
              <a:latin typeface="Arial"/>
            </a:endParaRPr>
          </a:p>
        </p:txBody>
      </p:sp>
      <p:sp>
        <p:nvSpPr>
          <p:cNvPr id="117" name="PlaceHolder 2"/>
          <p:cNvSpPr>
            <a:spLocks noGrp="1"/>
          </p:cNvSpPr>
          <p:nvPr>
            <p:ph/>
          </p:nvPr>
        </p:nvSpPr>
        <p:spPr>
          <a:xfrm>
            <a:off x="468000" y="1800000"/>
            <a:ext cx="5429520" cy="3959280"/>
          </a:xfrm>
          <a:prstGeom prst="rect">
            <a:avLst/>
          </a:prstGeom>
          <a:noFill/>
          <a:ln w="0">
            <a:noFill/>
          </a:ln>
        </p:spPr>
        <p:txBody>
          <a:bodyPr lIns="91440" tIns="45720" rIns="91440" bIns="45720" anchor="t">
            <a:normAutofit/>
          </a:bodyPr>
          <a:p>
            <a:pPr indent="0" algn="l" defTabSz="914400">
              <a:lnSpc>
                <a:spcPct val="90000"/>
              </a:lnSpc>
              <a:spcBef>
                <a:spcPts val="1001"/>
              </a:spcBef>
              <a:buNone/>
              <a:tabLst>
                <a:tab pos="0" algn="l"/>
              </a:tabLst>
            </a:pPr>
            <a:r>
              <a:rPr lang="en-AU" sz="2000" b="0" u="none" strike="noStrike">
                <a:solidFill>
                  <a:srgbClr val="FF0000"/>
                </a:solidFill>
                <a:effectLst/>
                <a:uFillTx/>
                <a:latin typeface="Arial"/>
              </a:rPr>
              <a:t>Key Positives:</a:t>
            </a:r>
            <a:endParaRPr lang="en-GB" sz="2000" b="0" u="none" strike="noStrike">
              <a:solidFill>
                <a:srgbClr val="1C1C1C"/>
              </a:solidFill>
              <a:effectLst/>
              <a:uFillTx/>
              <a:latin typeface="Arial"/>
            </a:endParaRPr>
          </a:p>
          <a:p>
            <a:pPr marL="228600" indent="-228600" algn="l" defTabSz="914400">
              <a:lnSpc>
                <a:spcPct val="90000"/>
              </a:lnSpc>
              <a:spcBef>
                <a:spcPts val="1001"/>
              </a:spcBef>
              <a:buClr>
                <a:srgbClr val="00061A"/>
              </a:buClr>
              <a:buFont typeface="Arial"/>
              <a:buChar char="•"/>
              <a:tabLst>
                <a:tab pos="0" algn="l"/>
              </a:tabLst>
            </a:pPr>
            <a:r>
              <a:rPr lang="en-AU" sz="2000" b="0" u="none" strike="noStrike">
                <a:solidFill>
                  <a:srgbClr val="00061A"/>
                </a:solidFill>
                <a:effectLst/>
                <a:uFillTx/>
                <a:latin typeface="Arial"/>
              </a:rPr>
              <a:t>Weekly meetings made for effective collaboration.</a:t>
            </a:r>
            <a:endParaRPr lang="en-GB" sz="2000" b="0" u="none" strike="noStrike">
              <a:solidFill>
                <a:srgbClr val="1C1C1C"/>
              </a:solidFill>
              <a:effectLst/>
              <a:uFillTx/>
              <a:latin typeface="Arial"/>
            </a:endParaRPr>
          </a:p>
          <a:p>
            <a:pPr marL="228600" indent="-228600" algn="l" defTabSz="914400">
              <a:lnSpc>
                <a:spcPct val="90000"/>
              </a:lnSpc>
              <a:spcBef>
                <a:spcPts val="1001"/>
              </a:spcBef>
              <a:buClr>
                <a:srgbClr val="00061A"/>
              </a:buClr>
              <a:buFont typeface="Arial"/>
              <a:buChar char="•"/>
              <a:tabLst>
                <a:tab pos="0" algn="l"/>
              </a:tabLst>
            </a:pPr>
            <a:r>
              <a:rPr lang="en-AU" sz="2000" b="0" u="none" strike="noStrike">
                <a:solidFill>
                  <a:srgbClr val="00061A"/>
                </a:solidFill>
                <a:effectLst/>
                <a:uFillTx/>
                <a:latin typeface="Arial"/>
              </a:rPr>
              <a:t>Created environment of shared responsibility.</a:t>
            </a:r>
            <a:endParaRPr lang="en-GB" sz="2000" b="0" u="none" strike="noStrike">
              <a:solidFill>
                <a:srgbClr val="1C1C1C"/>
              </a:solidFill>
              <a:effectLst/>
              <a:uFillTx/>
              <a:latin typeface="Arial"/>
            </a:endParaRPr>
          </a:p>
          <a:p>
            <a:pPr marL="228600" indent="-228600" algn="l" defTabSz="914400">
              <a:lnSpc>
                <a:spcPct val="90000"/>
              </a:lnSpc>
              <a:spcBef>
                <a:spcPts val="1001"/>
              </a:spcBef>
              <a:buClr>
                <a:srgbClr val="00061A"/>
              </a:buClr>
              <a:buFont typeface="Arial"/>
              <a:buChar char="•"/>
              <a:tabLst>
                <a:tab pos="0" algn="l"/>
              </a:tabLst>
            </a:pPr>
            <a:r>
              <a:rPr lang="en-AU" sz="2000" b="0" u="none" strike="noStrike">
                <a:solidFill>
                  <a:srgbClr val="00061A"/>
                </a:solidFill>
                <a:effectLst/>
                <a:uFillTx/>
                <a:latin typeface="Arial"/>
              </a:rPr>
              <a:t>Allowed members to work as a system despite individualised tasks.</a:t>
            </a:r>
            <a:endParaRPr lang="en-GB" sz="2000" b="0" u="none" strike="noStrike">
              <a:solidFill>
                <a:srgbClr val="1C1C1C"/>
              </a:solidFill>
              <a:effectLst/>
              <a:uFillTx/>
              <a:latin typeface="Arial"/>
            </a:endParaRPr>
          </a:p>
        </p:txBody>
      </p:sp>
      <p:sp>
        <p:nvSpPr>
          <p:cNvPr id="118" name="PlaceHolder 3"/>
          <p:cNvSpPr>
            <a:spLocks noGrp="1"/>
          </p:cNvSpPr>
          <p:nvPr>
            <p:ph type="title"/>
          </p:nvPr>
        </p:nvSpPr>
        <p:spPr>
          <a:xfrm>
            <a:off x="468000" y="360000"/>
            <a:ext cx="11231280" cy="13312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AU" sz="4400" b="1" u="none" strike="noStrike">
                <a:solidFill>
                  <a:srgbClr val="14265E"/>
                </a:solidFill>
                <a:effectLst/>
                <a:uFillTx/>
                <a:latin typeface="Arial"/>
              </a:rPr>
              <a:t>Key Lessons and Professional Insights</a:t>
            </a:r>
            <a:endParaRPr lang="en-GB" sz="4400" b="1" u="none" strike="noStrike">
              <a:solidFill>
                <a:srgbClr val="14265E"/>
              </a:solidFill>
              <a:effectLst/>
              <a:uFillTx/>
              <a:latin typeface="Arial"/>
            </a:endParaRPr>
          </a:p>
        </p:txBody>
      </p:sp>
      <p:sp>
        <p:nvSpPr>
          <p:cNvPr id="119" name="Rectangle 4"/>
          <p:cNvSpPr/>
          <p:nvPr/>
        </p:nvSpPr>
        <p:spPr>
          <a:xfrm>
            <a:off x="12600" y="6095880"/>
            <a:ext cx="11231280" cy="748440"/>
          </a:xfrm>
          <a:prstGeom prst="rect">
            <a:avLst/>
          </a:prstGeom>
          <a:solidFill>
            <a:srgbClr val="18285A"/>
          </a:solidFill>
          <a:ln>
            <a:solidFill>
              <a:srgbClr val="18285A"/>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AU" sz="1800" b="0" u="none" strike="noStrike">
              <a:solidFill>
                <a:schemeClr val="lt1"/>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p:nvPr>
        </p:nvSpPr>
        <p:spPr>
          <a:xfrm>
            <a:off x="6189480" y="1800000"/>
            <a:ext cx="5509800" cy="3959280"/>
          </a:xfrm>
          <a:prstGeom prst="rect">
            <a:avLst/>
          </a:prstGeom>
          <a:noFill/>
          <a:ln w="0">
            <a:noFill/>
          </a:ln>
        </p:spPr>
        <p:txBody>
          <a:bodyPr lIns="91440" tIns="45720" rIns="91440" bIns="45720" anchor="t">
            <a:noAutofit/>
          </a:bodyPr>
          <a:p>
            <a:pPr indent="0" algn="l" defTabSz="914400">
              <a:lnSpc>
                <a:spcPct val="90000"/>
              </a:lnSpc>
              <a:spcBef>
                <a:spcPts val="1001"/>
              </a:spcBef>
              <a:buNone/>
              <a:tabLst>
                <a:tab pos="0" algn="l"/>
              </a:tabLst>
            </a:pPr>
            <a:r>
              <a:rPr lang="en-AU" sz="2000" b="0" u="none" strike="noStrike">
                <a:solidFill>
                  <a:srgbClr val="000619"/>
                </a:solidFill>
                <a:effectLst/>
                <a:uFillTx/>
                <a:latin typeface="Arial"/>
              </a:rPr>
              <a:t>Nate: Animation state machine and state change machine for pet.</a:t>
            </a:r>
            <a:endParaRPr lang="en-GB" sz="2000" b="0" u="none" strike="noStrike">
              <a:solidFill>
                <a:srgbClr val="1C1C1C"/>
              </a:solidFill>
              <a:effectLst/>
              <a:uFillTx/>
              <a:latin typeface="Arial"/>
            </a:endParaRPr>
          </a:p>
          <a:p>
            <a:pPr indent="0" algn="l" defTabSz="914400">
              <a:lnSpc>
                <a:spcPct val="90000"/>
              </a:lnSpc>
              <a:spcBef>
                <a:spcPts val="1001"/>
              </a:spcBef>
              <a:buNone/>
              <a:tabLst>
                <a:tab pos="0" algn="l"/>
              </a:tabLst>
            </a:pPr>
            <a:r>
              <a:rPr lang="en-AU" sz="2000" b="0" u="none" strike="noStrike">
                <a:solidFill>
                  <a:srgbClr val="000619"/>
                </a:solidFill>
                <a:effectLst/>
                <a:uFillTx/>
                <a:latin typeface="Arial"/>
              </a:rPr>
              <a:t>Ethan: Trivia module and management of GitHub repository. </a:t>
            </a:r>
            <a:endParaRPr lang="en-GB" sz="2000" b="0" u="none" strike="noStrike">
              <a:solidFill>
                <a:srgbClr val="1C1C1C"/>
              </a:solidFill>
              <a:effectLst/>
              <a:uFillTx/>
              <a:latin typeface="Arial"/>
            </a:endParaRPr>
          </a:p>
          <a:p>
            <a:pPr indent="0" algn="l" defTabSz="914400">
              <a:lnSpc>
                <a:spcPct val="90000"/>
              </a:lnSpc>
              <a:spcBef>
                <a:spcPts val="1001"/>
              </a:spcBef>
              <a:buNone/>
              <a:tabLst>
                <a:tab pos="0" algn="l"/>
              </a:tabLst>
            </a:pPr>
            <a:r>
              <a:rPr lang="en-AU" sz="2000" b="0" u="none" strike="noStrike">
                <a:solidFill>
                  <a:srgbClr val="000619"/>
                </a:solidFill>
                <a:effectLst/>
                <a:uFillTx/>
                <a:latin typeface="Arial"/>
              </a:rPr>
              <a:t>Daniel: Pomodoro timer and authentication system.</a:t>
            </a:r>
            <a:endParaRPr lang="en-GB" sz="2000" b="0" u="none" strike="noStrike">
              <a:solidFill>
                <a:srgbClr val="1C1C1C"/>
              </a:solidFill>
              <a:effectLst/>
              <a:uFillTx/>
              <a:latin typeface="Arial"/>
            </a:endParaRPr>
          </a:p>
          <a:p>
            <a:pPr indent="0" algn="l" defTabSz="914400">
              <a:lnSpc>
                <a:spcPct val="90000"/>
              </a:lnSpc>
              <a:spcBef>
                <a:spcPts val="1001"/>
              </a:spcBef>
              <a:buNone/>
              <a:tabLst>
                <a:tab pos="0" algn="l"/>
              </a:tabLst>
            </a:pPr>
            <a:r>
              <a:rPr lang="en-AU" sz="2000" b="0" u="none" strike="noStrike">
                <a:solidFill>
                  <a:srgbClr val="000619"/>
                </a:solidFill>
                <a:effectLst/>
                <a:uFillTx/>
                <a:latin typeface="Arial"/>
              </a:rPr>
              <a:t>Nick: Integrated application framework between features. </a:t>
            </a:r>
            <a:endParaRPr lang="en-GB" sz="2000" b="0" u="none" strike="noStrike">
              <a:solidFill>
                <a:srgbClr val="1C1C1C"/>
              </a:solidFill>
              <a:effectLst/>
              <a:uFillTx/>
              <a:latin typeface="Arial"/>
            </a:endParaRPr>
          </a:p>
          <a:p>
            <a:pPr indent="0" algn="l" defTabSz="914400">
              <a:lnSpc>
                <a:spcPct val="90000"/>
              </a:lnSpc>
              <a:spcBef>
                <a:spcPts val="1001"/>
              </a:spcBef>
              <a:buNone/>
              <a:tabLst>
                <a:tab pos="0" algn="l"/>
              </a:tabLst>
            </a:pPr>
            <a:r>
              <a:rPr lang="en-AU" sz="2000" b="0" u="none" strike="noStrike">
                <a:solidFill>
                  <a:srgbClr val="000619"/>
                </a:solidFill>
                <a:effectLst/>
                <a:uFillTx/>
                <a:latin typeface="Arial"/>
              </a:rPr>
              <a:t>Jacob: State change machine for pet and UI.</a:t>
            </a:r>
            <a:endParaRPr lang="en-GB" sz="2000" b="0" u="none" strike="noStrike">
              <a:solidFill>
                <a:srgbClr val="1C1C1C"/>
              </a:solidFill>
              <a:effectLst/>
              <a:uFillTx/>
              <a:latin typeface="Arial"/>
            </a:endParaRPr>
          </a:p>
        </p:txBody>
      </p:sp>
      <p:sp>
        <p:nvSpPr>
          <p:cNvPr id="121" name="PlaceHolder 2"/>
          <p:cNvSpPr>
            <a:spLocks noGrp="1"/>
          </p:cNvSpPr>
          <p:nvPr>
            <p:ph/>
          </p:nvPr>
        </p:nvSpPr>
        <p:spPr>
          <a:xfrm>
            <a:off x="457200" y="1755360"/>
            <a:ext cx="5429520" cy="3959280"/>
          </a:xfrm>
          <a:prstGeom prst="rect">
            <a:avLst/>
          </a:prstGeom>
          <a:noFill/>
          <a:ln w="0">
            <a:noFill/>
          </a:ln>
        </p:spPr>
        <p:txBody>
          <a:bodyPr lIns="91440" tIns="45720" rIns="91440" bIns="45720" anchor="t">
            <a:noAutofit/>
          </a:bodyPr>
          <a:p>
            <a:pPr marL="228600" indent="-228600" algn="l" defTabSz="914400">
              <a:lnSpc>
                <a:spcPct val="90000"/>
              </a:lnSpc>
              <a:spcBef>
                <a:spcPts val="1001"/>
              </a:spcBef>
              <a:buClr>
                <a:srgbClr val="1C1C1C"/>
              </a:buClr>
              <a:buFont typeface="Arial"/>
              <a:buChar char="•"/>
            </a:pPr>
            <a:r>
              <a:rPr lang="en-AU" sz="2000" b="0" u="none" strike="noStrike">
                <a:solidFill>
                  <a:srgbClr val="1C1C1C"/>
                </a:solidFill>
                <a:effectLst/>
                <a:uFillTx/>
                <a:latin typeface="Arial"/>
              </a:rPr>
              <a:t>At the end of your presentation, leave a final slide on screen during Q&amp;A that shows:</a:t>
            </a:r>
            <a:endParaRPr lang="en-GB" sz="2000" b="0" u="none" strike="noStrike">
              <a:solidFill>
                <a:srgbClr val="1C1C1C"/>
              </a:solidFill>
              <a:effectLst/>
              <a:uFillTx/>
              <a:latin typeface="Arial"/>
            </a:endParaRPr>
          </a:p>
          <a:p>
            <a:pPr marL="685800" lvl="1" indent="-228600" algn="l" defTabSz="914400">
              <a:lnSpc>
                <a:spcPct val="90000"/>
              </a:lnSpc>
              <a:spcBef>
                <a:spcPts val="499"/>
              </a:spcBef>
              <a:buClr>
                <a:srgbClr val="1C1C1C"/>
              </a:buClr>
              <a:buFont typeface="Arial"/>
              <a:buChar char="•"/>
            </a:pPr>
            <a:r>
              <a:rPr lang="en-AU" sz="2000" b="0" u="none" strike="noStrike">
                <a:solidFill>
                  <a:srgbClr val="1C1C1C"/>
                </a:solidFill>
                <a:effectLst/>
                <a:uFillTx/>
                <a:latin typeface="Arial"/>
              </a:rPr>
              <a:t>Team member names</a:t>
            </a:r>
            <a:endParaRPr lang="en-GB" sz="2000" b="0" u="none" strike="noStrike">
              <a:solidFill>
                <a:srgbClr val="1C1C1C"/>
              </a:solidFill>
              <a:effectLst/>
              <a:uFillTx/>
              <a:latin typeface="Arial"/>
            </a:endParaRPr>
          </a:p>
          <a:p>
            <a:pPr marL="685800" lvl="1" indent="-228600" algn="l" defTabSz="914400">
              <a:lnSpc>
                <a:spcPct val="90000"/>
              </a:lnSpc>
              <a:spcBef>
                <a:spcPts val="499"/>
              </a:spcBef>
              <a:buClr>
                <a:srgbClr val="1C1C1C"/>
              </a:buClr>
              <a:buFont typeface="Arial"/>
              <a:buChar char="•"/>
            </a:pPr>
            <a:r>
              <a:rPr lang="en-AU" sz="2000" b="0" u="none" strike="noStrike">
                <a:solidFill>
                  <a:srgbClr val="1C1C1C"/>
                </a:solidFill>
                <a:effectLst/>
                <a:uFillTx/>
                <a:latin typeface="Arial"/>
              </a:rPr>
              <a:t>Primary areas of contribution</a:t>
            </a:r>
            <a:endParaRPr lang="en-GB" sz="2000" b="0" u="none" strike="noStrike">
              <a:solidFill>
                <a:srgbClr val="1C1C1C"/>
              </a:solidFill>
              <a:effectLst/>
              <a:uFillTx/>
              <a:latin typeface="Arial"/>
            </a:endParaRPr>
          </a:p>
          <a:p>
            <a:pPr indent="0" algn="l" defTabSz="914400">
              <a:lnSpc>
                <a:spcPct val="90000"/>
              </a:lnSpc>
              <a:spcBef>
                <a:spcPts val="499"/>
              </a:spcBef>
              <a:buNone/>
              <a:tabLst>
                <a:tab pos="0" algn="l"/>
              </a:tabLst>
            </a:pPr>
            <a:endParaRPr lang="en-GB" sz="2000" b="0" u="none" strike="noStrike">
              <a:solidFill>
                <a:srgbClr val="1C1C1C"/>
              </a:solidFill>
              <a:effectLst/>
              <a:uFillTx/>
              <a:latin typeface="Arial"/>
            </a:endParaRPr>
          </a:p>
          <a:p>
            <a:pPr indent="0" algn="l" defTabSz="914400">
              <a:lnSpc>
                <a:spcPct val="90000"/>
              </a:lnSpc>
              <a:spcBef>
                <a:spcPts val="1001"/>
              </a:spcBef>
              <a:buNone/>
              <a:tabLst>
                <a:tab pos="0" algn="l"/>
              </a:tabLst>
            </a:pPr>
            <a:r>
              <a:rPr lang="en-AU" sz="2000" b="0" u="none" strike="noStrike">
                <a:solidFill>
                  <a:srgbClr val="1C1C1C"/>
                </a:solidFill>
                <a:effectLst/>
                <a:uFillTx/>
                <a:latin typeface="Arial"/>
              </a:rPr>
              <a:t>This slide is not assessed and is intended only to support discussion and questions.</a:t>
            </a:r>
            <a:endParaRPr lang="en-GB" sz="2000" b="0" u="none" strike="noStrike">
              <a:solidFill>
                <a:srgbClr val="1C1C1C"/>
              </a:solidFill>
              <a:effectLst/>
              <a:uFillTx/>
              <a:latin typeface="Arial"/>
            </a:endParaRPr>
          </a:p>
        </p:txBody>
      </p:sp>
      <p:sp>
        <p:nvSpPr>
          <p:cNvPr id="122" name="PlaceHolder 3"/>
          <p:cNvSpPr>
            <a:spLocks noGrp="1"/>
          </p:cNvSpPr>
          <p:nvPr>
            <p:ph type="title"/>
          </p:nvPr>
        </p:nvSpPr>
        <p:spPr>
          <a:xfrm>
            <a:off x="468000" y="360000"/>
            <a:ext cx="11231280" cy="1331280"/>
          </a:xfrm>
          <a:prstGeom prst="rect">
            <a:avLst/>
          </a:prstGeom>
          <a:noFill/>
          <a:ln w="0">
            <a:noFill/>
          </a:ln>
        </p:spPr>
        <p:txBody>
          <a:bodyPr lIns="91440" tIns="45720" rIns="91440" bIns="45720" anchor="ctr">
            <a:noAutofit/>
          </a:bodyPr>
          <a:p>
            <a:pPr indent="0" algn="l" defTabSz="914400">
              <a:lnSpc>
                <a:spcPct val="90000"/>
              </a:lnSpc>
              <a:buNone/>
              <a:tabLst>
                <a:tab pos="0" algn="l"/>
              </a:tabLst>
            </a:pPr>
            <a:r>
              <a:rPr lang="en-AU" sz="4400" b="1" u="none" strike="noStrike">
                <a:solidFill>
                  <a:srgbClr val="14265E"/>
                </a:solidFill>
                <a:effectLst/>
                <a:uFillTx/>
                <a:latin typeface="Arial"/>
              </a:rPr>
              <a:t>Final Slide (Not Marked): Task Distribution</a:t>
            </a:r>
            <a:endParaRPr lang="en-GB" sz="4400" b="1" u="none" strike="noStrike">
              <a:solidFill>
                <a:srgbClr val="14265E"/>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468000" y="359640"/>
            <a:ext cx="11231280" cy="1332000"/>
          </a:xfrm>
          <a:prstGeom prst="rect">
            <a:avLst/>
          </a:prstGeom>
          <a:noFill/>
          <a:ln w="0">
            <a:noFill/>
          </a:ln>
        </p:spPr>
        <p:txBody>
          <a:bodyPr lIns="0" tIns="0" rIns="0" bIns="0" anchor="ctr">
            <a:spAutoFit/>
          </a:bodyPr>
          <a:p>
            <a:pPr indent="0" algn="l" defTabSz="914400">
              <a:lnSpc>
                <a:spcPct val="90000"/>
              </a:lnSpc>
              <a:buNone/>
              <a:tabLst>
                <a:tab pos="0" algn="l"/>
              </a:tabLst>
            </a:pPr>
            <a:endParaRPr lang="en-GB" sz="4400" b="1" u="none" strike="noStrike">
              <a:solidFill>
                <a:srgbClr val="14265E"/>
              </a:solidFill>
              <a:effectLst/>
              <a:uFillTx/>
              <a:latin typeface="Arial"/>
            </a:endParaRPr>
          </a:p>
        </p:txBody>
      </p:sp>
      <p:sp>
        <p:nvSpPr>
          <p:cNvPr id="124" name="PlaceHolder 2"/>
          <p:cNvSpPr>
            <a:spLocks noGrp="1"/>
          </p:cNvSpPr>
          <p:nvPr>
            <p:ph/>
          </p:nvPr>
        </p:nvSpPr>
        <p:spPr>
          <a:xfrm>
            <a:off x="6189480" y="1800000"/>
            <a:ext cx="2688480" cy="3959280"/>
          </a:xfrm>
          <a:prstGeom prst="rect">
            <a:avLst/>
          </a:prstGeom>
          <a:noFill/>
          <a:ln w="0">
            <a:noFill/>
          </a:ln>
        </p:spPr>
        <p:txBody>
          <a:bodyPr lIns="0" tIns="0" rIns="0" bIns="0" anchor="t">
            <a:normAutofit/>
          </a:bodyPr>
          <a:p>
            <a:pPr indent="0" algn="l" defTabSz="914400">
              <a:lnSpc>
                <a:spcPct val="90000"/>
              </a:lnSpc>
              <a:spcBef>
                <a:spcPts val="1001"/>
              </a:spcBef>
              <a:buNone/>
            </a:pPr>
            <a:endParaRPr lang="en-GB" sz="2000" b="0" u="none" strike="noStrike">
              <a:solidFill>
                <a:srgbClr val="1C1C1C"/>
              </a:solidFill>
              <a:effectLst/>
              <a:uFillTx/>
              <a:latin typeface="Arial"/>
            </a:endParaRPr>
          </a:p>
        </p:txBody>
      </p:sp>
      <p:sp>
        <p:nvSpPr>
          <p:cNvPr id="125" name="PlaceHolder 3"/>
          <p:cNvSpPr>
            <a:spLocks noGrp="1"/>
          </p:cNvSpPr>
          <p:nvPr>
            <p:ph/>
          </p:nvPr>
        </p:nvSpPr>
        <p:spPr>
          <a:xfrm>
            <a:off x="9013320" y="1800000"/>
            <a:ext cx="2688480" cy="3959280"/>
          </a:xfrm>
          <a:prstGeom prst="rect">
            <a:avLst/>
          </a:prstGeom>
          <a:noFill/>
          <a:ln w="0">
            <a:noFill/>
          </a:ln>
        </p:spPr>
        <p:txBody>
          <a:bodyPr lIns="0" tIns="0" rIns="0" bIns="0" anchor="t">
            <a:normAutofit/>
          </a:bodyPr>
          <a:p>
            <a:pPr indent="0" algn="l" defTabSz="914400">
              <a:lnSpc>
                <a:spcPct val="90000"/>
              </a:lnSpc>
              <a:spcBef>
                <a:spcPts val="1001"/>
              </a:spcBef>
              <a:buNone/>
            </a:pPr>
            <a:endParaRPr lang="en-GB" sz="2000" b="0" u="none" strike="noStrike">
              <a:solidFill>
                <a:srgbClr val="1C1C1C"/>
              </a:solidFill>
              <a:effectLst/>
              <a:uFillTx/>
              <a:latin typeface="Arial"/>
            </a:endParaRPr>
          </a:p>
        </p:txBody>
      </p:sp>
      <p:pic>
        <p:nvPicPr>
          <p:cNvPr id="126" name=""/>
          <p:cNvPicPr/>
          <p:nvPr/>
        </p:nvPicPr>
        <p:blipFill>
          <a:blip r:embed="rId1"/>
          <a:stretch/>
        </p:blipFill>
        <p:spPr>
          <a:xfrm>
            <a:off x="2743200" y="1143000"/>
            <a:ext cx="5486040" cy="374976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468000" y="359640"/>
            <a:ext cx="11231280" cy="1332000"/>
          </a:xfrm>
          <a:prstGeom prst="rect">
            <a:avLst/>
          </a:prstGeom>
          <a:noFill/>
          <a:ln w="0">
            <a:noFill/>
          </a:ln>
        </p:spPr>
        <p:txBody>
          <a:bodyPr lIns="0" tIns="0" rIns="0" bIns="0" anchor="ctr">
            <a:spAutoFit/>
          </a:bodyPr>
          <a:p>
            <a:pPr indent="0" algn="l" defTabSz="914400">
              <a:lnSpc>
                <a:spcPct val="90000"/>
              </a:lnSpc>
              <a:buNone/>
              <a:tabLst>
                <a:tab pos="0" algn="l"/>
              </a:tabLst>
            </a:pPr>
            <a:endParaRPr lang="en-GB" sz="4400" b="1" u="none" strike="noStrike">
              <a:solidFill>
                <a:srgbClr val="14265E"/>
              </a:solidFill>
              <a:effectLst/>
              <a:uFillTx/>
              <a:latin typeface="Arial"/>
            </a:endParaRPr>
          </a:p>
        </p:txBody>
      </p:sp>
      <p:sp>
        <p:nvSpPr>
          <p:cNvPr id="128" name="PlaceHolder 2"/>
          <p:cNvSpPr>
            <a:spLocks noGrp="1"/>
          </p:cNvSpPr>
          <p:nvPr>
            <p:ph/>
          </p:nvPr>
        </p:nvSpPr>
        <p:spPr>
          <a:xfrm>
            <a:off x="6189480" y="1800000"/>
            <a:ext cx="2688480" cy="3959280"/>
          </a:xfrm>
          <a:prstGeom prst="rect">
            <a:avLst/>
          </a:prstGeom>
          <a:noFill/>
          <a:ln w="0">
            <a:noFill/>
          </a:ln>
        </p:spPr>
        <p:txBody>
          <a:bodyPr lIns="0" tIns="0" rIns="0" bIns="0" anchor="t">
            <a:normAutofit/>
          </a:bodyPr>
          <a:p>
            <a:pPr indent="0" algn="l" defTabSz="914400">
              <a:lnSpc>
                <a:spcPct val="90000"/>
              </a:lnSpc>
              <a:spcBef>
                <a:spcPts val="1001"/>
              </a:spcBef>
              <a:buNone/>
            </a:pPr>
            <a:endParaRPr lang="en-GB" sz="2000" b="0" u="none" strike="noStrike">
              <a:solidFill>
                <a:srgbClr val="1C1C1C"/>
              </a:solidFill>
              <a:effectLst/>
              <a:uFillTx/>
              <a:latin typeface="Arial"/>
            </a:endParaRPr>
          </a:p>
        </p:txBody>
      </p:sp>
      <p:sp>
        <p:nvSpPr>
          <p:cNvPr id="129" name="PlaceHolder 3"/>
          <p:cNvSpPr>
            <a:spLocks noGrp="1"/>
          </p:cNvSpPr>
          <p:nvPr>
            <p:ph/>
          </p:nvPr>
        </p:nvSpPr>
        <p:spPr>
          <a:xfrm>
            <a:off x="8969760" y="1828800"/>
            <a:ext cx="2688480" cy="3959280"/>
          </a:xfrm>
          <a:prstGeom prst="rect">
            <a:avLst/>
          </a:prstGeom>
          <a:noFill/>
          <a:ln w="0">
            <a:noFill/>
          </a:ln>
        </p:spPr>
        <p:txBody>
          <a:bodyPr lIns="0" tIns="0" rIns="0" bIns="0" anchor="t">
            <a:normAutofit/>
          </a:bodyPr>
          <a:p>
            <a:pPr indent="0" algn="l" defTabSz="914400">
              <a:lnSpc>
                <a:spcPct val="90000"/>
              </a:lnSpc>
              <a:spcBef>
                <a:spcPts val="1001"/>
              </a:spcBef>
              <a:buNone/>
            </a:pPr>
            <a:endParaRPr lang="en-GB" sz="2000" b="0" u="none" strike="noStrike">
              <a:solidFill>
                <a:srgbClr val="1C1C1C"/>
              </a:solidFill>
              <a:effectLst/>
              <a:uFillTx/>
              <a:latin typeface="Arial"/>
            </a:endParaRPr>
          </a:p>
        </p:txBody>
      </p:sp>
      <p:pic>
        <p:nvPicPr>
          <p:cNvPr id="130" name=""/>
          <p:cNvPicPr/>
          <p:nvPr/>
        </p:nvPicPr>
        <p:blipFill>
          <a:blip r:embed="rId1"/>
          <a:stretch/>
        </p:blipFill>
        <p:spPr>
          <a:xfrm>
            <a:off x="416520" y="320040"/>
            <a:ext cx="4840920" cy="5166000"/>
          </a:xfrm>
          <a:prstGeom prst="rect">
            <a:avLst/>
          </a:prstGeom>
          <a:noFill/>
          <a:ln w="0">
            <a:noFill/>
          </a:ln>
        </p:spPr>
      </p:pic>
      <p:pic>
        <p:nvPicPr>
          <p:cNvPr id="131" name=""/>
          <p:cNvPicPr/>
          <p:nvPr/>
        </p:nvPicPr>
        <p:blipFill>
          <a:blip r:embed="rId2"/>
          <a:stretch/>
        </p:blipFill>
        <p:spPr>
          <a:xfrm>
            <a:off x="5257800" y="228600"/>
            <a:ext cx="5961960" cy="544752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468000" y="359640"/>
            <a:ext cx="11231280" cy="1332000"/>
          </a:xfrm>
          <a:prstGeom prst="rect">
            <a:avLst/>
          </a:prstGeom>
          <a:noFill/>
          <a:ln w="0">
            <a:noFill/>
          </a:ln>
        </p:spPr>
        <p:txBody>
          <a:bodyPr lIns="0" tIns="0" rIns="0" bIns="0" anchor="ctr">
            <a:spAutoFit/>
          </a:bodyPr>
          <a:p>
            <a:pPr indent="0" algn="l" defTabSz="914400">
              <a:lnSpc>
                <a:spcPct val="90000"/>
              </a:lnSpc>
              <a:buNone/>
              <a:tabLst>
                <a:tab pos="0" algn="l"/>
              </a:tabLst>
            </a:pPr>
            <a:endParaRPr lang="en-GB" sz="4400" b="1" u="none" strike="noStrike">
              <a:solidFill>
                <a:srgbClr val="14265E"/>
              </a:solidFill>
              <a:effectLst/>
              <a:uFillTx/>
              <a:latin typeface="Arial"/>
            </a:endParaRPr>
          </a:p>
        </p:txBody>
      </p:sp>
      <p:sp>
        <p:nvSpPr>
          <p:cNvPr id="133" name="PlaceHolder 2"/>
          <p:cNvSpPr>
            <a:spLocks noGrp="1"/>
          </p:cNvSpPr>
          <p:nvPr>
            <p:ph/>
          </p:nvPr>
        </p:nvSpPr>
        <p:spPr>
          <a:xfrm>
            <a:off x="6172200" y="1755360"/>
            <a:ext cx="2688480" cy="3959280"/>
          </a:xfrm>
          <a:prstGeom prst="rect">
            <a:avLst/>
          </a:prstGeom>
          <a:noFill/>
          <a:ln w="0">
            <a:noFill/>
          </a:ln>
        </p:spPr>
        <p:txBody>
          <a:bodyPr lIns="0" tIns="0" rIns="0" bIns="0" anchor="t">
            <a:normAutofit/>
          </a:bodyPr>
          <a:p>
            <a:pPr indent="0" algn="l" defTabSz="914400">
              <a:lnSpc>
                <a:spcPct val="90000"/>
              </a:lnSpc>
              <a:spcBef>
                <a:spcPts val="1001"/>
              </a:spcBef>
              <a:buNone/>
            </a:pPr>
            <a:endParaRPr lang="en-GB" sz="2000" b="0" u="none" strike="noStrike">
              <a:solidFill>
                <a:srgbClr val="1C1C1C"/>
              </a:solidFill>
              <a:effectLst/>
              <a:uFillTx/>
              <a:latin typeface="Arial"/>
            </a:endParaRPr>
          </a:p>
        </p:txBody>
      </p:sp>
      <p:sp>
        <p:nvSpPr>
          <p:cNvPr id="134" name="PlaceHolder 3"/>
          <p:cNvSpPr>
            <a:spLocks noGrp="1"/>
          </p:cNvSpPr>
          <p:nvPr>
            <p:ph/>
          </p:nvPr>
        </p:nvSpPr>
        <p:spPr>
          <a:xfrm>
            <a:off x="9013320" y="1800000"/>
            <a:ext cx="2688480" cy="3959280"/>
          </a:xfrm>
          <a:prstGeom prst="rect">
            <a:avLst/>
          </a:prstGeom>
          <a:noFill/>
          <a:ln w="0">
            <a:noFill/>
          </a:ln>
        </p:spPr>
        <p:txBody>
          <a:bodyPr lIns="0" tIns="0" rIns="0" bIns="0" anchor="t">
            <a:normAutofit/>
          </a:bodyPr>
          <a:p>
            <a:pPr indent="0" algn="l" defTabSz="914400">
              <a:lnSpc>
                <a:spcPct val="90000"/>
              </a:lnSpc>
              <a:spcBef>
                <a:spcPts val="1001"/>
              </a:spcBef>
              <a:buNone/>
            </a:pPr>
            <a:endParaRPr lang="en-GB" sz="2000" b="0" u="none" strike="noStrike">
              <a:solidFill>
                <a:srgbClr val="1C1C1C"/>
              </a:solidFill>
              <a:effectLst/>
              <a:uFillTx/>
              <a:latin typeface="Arial"/>
            </a:endParaRPr>
          </a:p>
        </p:txBody>
      </p:sp>
      <p:pic>
        <p:nvPicPr>
          <p:cNvPr id="135" name=""/>
          <p:cNvPicPr/>
          <p:nvPr/>
        </p:nvPicPr>
        <p:blipFill>
          <a:blip r:embed="rId1"/>
          <a:stretch/>
        </p:blipFill>
        <p:spPr>
          <a:xfrm>
            <a:off x="457200" y="3200400"/>
            <a:ext cx="5476320" cy="2475720"/>
          </a:xfrm>
          <a:prstGeom prst="rect">
            <a:avLst/>
          </a:prstGeom>
          <a:noFill/>
          <a:ln w="0">
            <a:noFill/>
          </a:ln>
        </p:spPr>
      </p:pic>
      <p:pic>
        <p:nvPicPr>
          <p:cNvPr id="136" name=""/>
          <p:cNvPicPr/>
          <p:nvPr/>
        </p:nvPicPr>
        <p:blipFill>
          <a:blip r:embed="rId2"/>
          <a:stretch/>
        </p:blipFill>
        <p:spPr>
          <a:xfrm>
            <a:off x="6025680" y="3200400"/>
            <a:ext cx="5676120" cy="2513880"/>
          </a:xfrm>
          <a:prstGeom prst="rect">
            <a:avLst/>
          </a:prstGeom>
          <a:noFill/>
          <a:ln w="0">
            <a:noFill/>
          </a:ln>
        </p:spPr>
      </p:pic>
      <p:pic>
        <p:nvPicPr>
          <p:cNvPr id="137" name=""/>
          <p:cNvPicPr/>
          <p:nvPr/>
        </p:nvPicPr>
        <p:blipFill>
          <a:blip r:embed="rId3"/>
          <a:stretch/>
        </p:blipFill>
        <p:spPr>
          <a:xfrm>
            <a:off x="315000" y="38880"/>
            <a:ext cx="9743400" cy="316152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468000" y="359640"/>
            <a:ext cx="11231280" cy="1332000"/>
          </a:xfrm>
          <a:prstGeom prst="rect">
            <a:avLst/>
          </a:prstGeom>
          <a:noFill/>
          <a:ln w="0">
            <a:noFill/>
          </a:ln>
        </p:spPr>
        <p:txBody>
          <a:bodyPr lIns="0" tIns="0" rIns="0" bIns="0" anchor="ctr">
            <a:spAutoFit/>
          </a:bodyPr>
          <a:p>
            <a:pPr indent="0" algn="l" defTabSz="914400">
              <a:lnSpc>
                <a:spcPct val="90000"/>
              </a:lnSpc>
              <a:buNone/>
              <a:tabLst>
                <a:tab pos="0" algn="l"/>
              </a:tabLst>
            </a:pPr>
            <a:endParaRPr lang="en-GB" sz="4400" b="1" u="none" strike="noStrike">
              <a:solidFill>
                <a:srgbClr val="14265E"/>
              </a:solidFill>
              <a:effectLst/>
              <a:uFillTx/>
              <a:latin typeface="Arial"/>
            </a:endParaRPr>
          </a:p>
        </p:txBody>
      </p:sp>
      <p:sp>
        <p:nvSpPr>
          <p:cNvPr id="139" name="PlaceHolder 2"/>
          <p:cNvSpPr>
            <a:spLocks noGrp="1"/>
          </p:cNvSpPr>
          <p:nvPr>
            <p:ph/>
          </p:nvPr>
        </p:nvSpPr>
        <p:spPr>
          <a:xfrm>
            <a:off x="6189480" y="1800000"/>
            <a:ext cx="2688480" cy="3959280"/>
          </a:xfrm>
          <a:prstGeom prst="rect">
            <a:avLst/>
          </a:prstGeom>
          <a:noFill/>
          <a:ln w="0">
            <a:noFill/>
          </a:ln>
        </p:spPr>
        <p:txBody>
          <a:bodyPr lIns="0" tIns="0" rIns="0" bIns="0" anchor="t">
            <a:normAutofit/>
          </a:bodyPr>
          <a:p>
            <a:pPr indent="0" algn="l" defTabSz="914400">
              <a:lnSpc>
                <a:spcPct val="90000"/>
              </a:lnSpc>
              <a:spcBef>
                <a:spcPts val="1001"/>
              </a:spcBef>
              <a:buNone/>
            </a:pPr>
            <a:endParaRPr lang="en-GB" sz="2000" b="0" u="none" strike="noStrike">
              <a:solidFill>
                <a:srgbClr val="1C1C1C"/>
              </a:solidFill>
              <a:effectLst/>
              <a:uFillTx/>
              <a:latin typeface="Arial"/>
            </a:endParaRPr>
          </a:p>
        </p:txBody>
      </p:sp>
      <p:sp>
        <p:nvSpPr>
          <p:cNvPr id="140" name="PlaceHolder 3"/>
          <p:cNvSpPr>
            <a:spLocks noGrp="1"/>
          </p:cNvSpPr>
          <p:nvPr>
            <p:ph/>
          </p:nvPr>
        </p:nvSpPr>
        <p:spPr>
          <a:xfrm>
            <a:off x="9013320" y="1800000"/>
            <a:ext cx="2688480" cy="3959280"/>
          </a:xfrm>
          <a:prstGeom prst="rect">
            <a:avLst/>
          </a:prstGeom>
          <a:noFill/>
          <a:ln w="0">
            <a:noFill/>
          </a:ln>
        </p:spPr>
        <p:txBody>
          <a:bodyPr lIns="0" tIns="0" rIns="0" bIns="0" anchor="t">
            <a:normAutofit/>
          </a:bodyPr>
          <a:p>
            <a:pPr indent="0" algn="l" defTabSz="914400">
              <a:lnSpc>
                <a:spcPct val="90000"/>
              </a:lnSpc>
              <a:spcBef>
                <a:spcPts val="1001"/>
              </a:spcBef>
              <a:buNone/>
            </a:pPr>
            <a:endParaRPr lang="en-GB" sz="2000" b="0" u="none" strike="noStrike">
              <a:solidFill>
                <a:srgbClr val="1C1C1C"/>
              </a:solidFill>
              <a:effectLst/>
              <a:uFillTx/>
              <a:latin typeface="Arial"/>
            </a:endParaRPr>
          </a:p>
        </p:txBody>
      </p:sp>
      <p:pic>
        <p:nvPicPr>
          <p:cNvPr id="141" name=""/>
          <p:cNvPicPr/>
          <p:nvPr/>
        </p:nvPicPr>
        <p:blipFill>
          <a:blip r:embed="rId1"/>
          <a:stretch/>
        </p:blipFill>
        <p:spPr>
          <a:xfrm>
            <a:off x="6963480" y="228600"/>
            <a:ext cx="2409120" cy="2399760"/>
          </a:xfrm>
          <a:prstGeom prst="rect">
            <a:avLst/>
          </a:prstGeom>
          <a:noFill/>
          <a:ln w="0">
            <a:noFill/>
          </a:ln>
        </p:spPr>
      </p:pic>
      <p:pic>
        <p:nvPicPr>
          <p:cNvPr id="142" name=""/>
          <p:cNvPicPr/>
          <p:nvPr/>
        </p:nvPicPr>
        <p:blipFill>
          <a:blip r:embed="rId2"/>
          <a:stretch/>
        </p:blipFill>
        <p:spPr>
          <a:xfrm>
            <a:off x="6935040" y="2877120"/>
            <a:ext cx="2894760" cy="2380680"/>
          </a:xfrm>
          <a:prstGeom prst="rect">
            <a:avLst/>
          </a:prstGeom>
          <a:noFill/>
          <a:ln w="0">
            <a:noFill/>
          </a:ln>
        </p:spPr>
      </p:pic>
      <p:pic>
        <p:nvPicPr>
          <p:cNvPr id="143" name=""/>
          <p:cNvPicPr/>
          <p:nvPr/>
        </p:nvPicPr>
        <p:blipFill>
          <a:blip r:embed="rId3"/>
          <a:stretch/>
        </p:blipFill>
        <p:spPr>
          <a:xfrm>
            <a:off x="743760" y="114840"/>
            <a:ext cx="4742640" cy="582876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QUT title page">
  <a:themeElements>
    <a:clrScheme name="QUT 2025">
      <a:dk1>
        <a:srgbClr val="14265E"/>
      </a:dk1>
      <a:lt1>
        <a:srgbClr val="FFFFFF"/>
      </a:lt1>
      <a:dk2>
        <a:srgbClr val="24449A"/>
      </a:dk2>
      <a:lt2>
        <a:srgbClr val="F2EDE5"/>
      </a:lt2>
      <a:accent1>
        <a:srgbClr val="6C98C7"/>
      </a:accent1>
      <a:accent2>
        <a:srgbClr val="8CC7EA"/>
      </a:accent2>
      <a:accent3>
        <a:srgbClr val="65C5E9"/>
      </a:accent3>
      <a:accent4>
        <a:srgbClr val="D3EFFC"/>
      </a:accent4>
      <a:accent5>
        <a:srgbClr val="000869"/>
      </a:accent5>
      <a:accent6>
        <a:srgbClr val="24449A"/>
      </a:accent6>
      <a:hlink>
        <a:srgbClr val="24449A"/>
      </a:hlink>
      <a:folHlink>
        <a:srgbClr val="0A1533"/>
      </a:folHlink>
    </a:clrScheme>
    <a:fontScheme name="Arial">
      <a:majorFont>
        <a:latin typeface="Arial" panose="020B0604020202020204" pitchFamily="0" charset="1"/>
        <a:ea typeface=""/>
        <a:cs typeface=""/>
      </a:majorFont>
      <a:minorFont>
        <a:latin typeface="Arial" panose="020B06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QUT 2025">
      <a:dk1>
        <a:srgbClr val="14265E"/>
      </a:dk1>
      <a:lt1>
        <a:srgbClr val="FFFFFF"/>
      </a:lt1>
      <a:dk2>
        <a:srgbClr val="24449A"/>
      </a:dk2>
      <a:lt2>
        <a:srgbClr val="F2EDE5"/>
      </a:lt2>
      <a:accent1>
        <a:srgbClr val="6C98C7"/>
      </a:accent1>
      <a:accent2>
        <a:srgbClr val="8CC7EA"/>
      </a:accent2>
      <a:accent3>
        <a:srgbClr val="65C5E9"/>
      </a:accent3>
      <a:accent4>
        <a:srgbClr val="D3EFFC"/>
      </a:accent4>
      <a:accent5>
        <a:srgbClr val="000869"/>
      </a:accent5>
      <a:accent6>
        <a:srgbClr val="24449A"/>
      </a:accent6>
      <a:hlink>
        <a:srgbClr val="24449A"/>
      </a:hlink>
      <a:folHlink>
        <a:srgbClr val="0A1533"/>
      </a:folHlink>
    </a:clrScheme>
    <a:fontScheme name="Arial">
      <a:majorFont>
        <a:latin typeface="Arial" panose="020B0604020202020204" pitchFamily="0" charset="1"/>
        <a:ea typeface=""/>
        <a:cs typeface=""/>
      </a:majorFont>
      <a:minorFont>
        <a:latin typeface="Arial" panose="020B06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8B8C36236A7794DA05641B5C1417AC6" ma:contentTypeVersion="15" ma:contentTypeDescription="Create a new document." ma:contentTypeScope="" ma:versionID="7a0d5e963acb2d4916ff4f86f0c92dac">
  <xsd:schema xmlns:xsd="http://www.w3.org/2001/XMLSchema" xmlns:xs="http://www.w3.org/2001/XMLSchema" xmlns:p="http://schemas.microsoft.com/office/2006/metadata/properties" xmlns:ns2="596cf5bd-21dc-4a72-81c0-3899bd9bd868" xmlns:ns3="a018154b-166b-4a1b-8dfd-b64a94e6b0da" targetNamespace="http://schemas.microsoft.com/office/2006/metadata/properties" ma:root="true" ma:fieldsID="51aa0c6c0789e7831d5ebd894809b6b9" ns2:_="" ns3:_="">
    <xsd:import namespace="596cf5bd-21dc-4a72-81c0-3899bd9bd868"/>
    <xsd:import namespace="a018154b-166b-4a1b-8dfd-b64a94e6b0d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3:SharedWithUsers" minOccurs="0"/>
                <xsd:element ref="ns3:SharedWithDetails" minOccurs="0"/>
                <xsd:element ref="ns2:VideoConte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6cf5bd-21dc-4a72-81c0-3899bd9bd8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2b38a4a9-7397-48a1-b74f-79de11e99f10"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VideoContents" ma:index="22" nillable="true" ma:displayName="Video Contents" ma:description="Description of video purpose" ma:format="Dropdown" ma:internalName="VideoContents">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018154b-166b-4a1b-8dfd-b64a94e6b0d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e1c84ee0-797c-4faf-9736-7d447eace787}" ma:internalName="TaxCatchAll" ma:showField="CatchAllData" ma:web="a018154b-166b-4a1b-8dfd-b64a94e6b0da">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VideoContents xmlns="596cf5bd-21dc-4a72-81c0-3899bd9bd868" xsi:nil="true"/>
    <lcf76f155ced4ddcb4097134ff3c332f xmlns="596cf5bd-21dc-4a72-81c0-3899bd9bd868">
      <Terms xmlns="http://schemas.microsoft.com/office/infopath/2007/PartnerControls"/>
    </lcf76f155ced4ddcb4097134ff3c332f>
    <TaxCatchAll xmlns="a018154b-166b-4a1b-8dfd-b64a94e6b0d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62EDA98-78BE-4A2F-AF2E-3FB55CC722D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96cf5bd-21dc-4a72-81c0-3899bd9bd868"/>
    <ds:schemaRef ds:uri="a018154b-166b-4a1b-8dfd-b64a94e6b0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D9F0A16-D915-4611-A39C-4796DEB1FB56}">
  <ds:schemaRefs>
    <ds:schemaRef ds:uri="http://purl.org/dc/terms/"/>
    <ds:schemaRef ds:uri="http://schemas.microsoft.com/office/infopath/2007/PartnerControls"/>
    <ds:schemaRef ds:uri="http://schemas.microsoft.com/office/2006/metadata/properties"/>
    <ds:schemaRef ds:uri="07ef76e7-57fb-44c7-add5-4a78842c8a06"/>
    <ds:schemaRef ds:uri="http://schemas.microsoft.com/office/2006/documentManagement/types"/>
    <ds:schemaRef ds:uri="http://www.w3.org/XML/1998/namespace"/>
    <ds:schemaRef ds:uri="http://purl.org/dc/dcmitype/"/>
    <ds:schemaRef ds:uri="http://schemas.openxmlformats.org/package/2006/metadata/core-properties"/>
    <ds:schemaRef ds:uri="http://purl.org/dc/elements/1.1/"/>
    <ds:schemaRef ds:uri="596cf5bd-21dc-4a72-81c0-3899bd9bd868"/>
    <ds:schemaRef ds:uri="a018154b-166b-4a1b-8dfd-b64a94e6b0da"/>
  </ds:schemaRefs>
</ds:datastoreItem>
</file>

<file path=customXml/itemProps3.xml><?xml version="1.0" encoding="utf-8"?>
<ds:datastoreItem xmlns:ds="http://schemas.openxmlformats.org/officeDocument/2006/customXml" ds:itemID="{5D20736A-7DCA-4606-8826-26B1ADA652D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QUT_PowerPoint Template_v03</Template>
  <TotalTime>717</TotalTime>
  <Application>LibreOffice/26.2.2.2$Linux_X86_64 LibreOffice_project/620$Build-2</Application>
  <AppVersion>15.0000</AppVersion>
  <Words>1056</Words>
  <Paragraphs>104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2026-04-28T06:27:43Z</dcterms:created>
  <dc:creator>Alessandro Soro</dc:creator>
  <dc:description/>
  <dc:language>en-US</dc:language>
  <cp:lastModifiedBy/>
  <dcterms:modified xsi:type="dcterms:W3CDTF">2026-05-27T18:24:47Z</dcterms:modified>
  <cp:revision>13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0x01010098B8C36236A7794DA05641B5C1417AC6</vt:lpwstr>
  </property>
  <property fmtid="{D5CDD505-2E9C-101B-9397-08002B2CF9AE}" pid="3" name="MediaServiceImageTags">
    <vt:lpwstr/>
  </property>
  <property fmtid="{D5CDD505-2E9C-101B-9397-08002B2CF9AE}" pid="4" name="Notes">
    <vt:i4>6</vt:i4>
  </property>
  <property fmtid="{D5CDD505-2E9C-101B-9397-08002B2CF9AE}" pid="5" name="PresentationFormat">
    <vt:lpwstr>Widescreen</vt:lpwstr>
  </property>
  <property fmtid="{D5CDD505-2E9C-101B-9397-08002B2CF9AE}" pid="6" name="Slides">
    <vt:i4>7</vt:i4>
  </property>
</Properties>
</file>